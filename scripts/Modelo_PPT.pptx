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media/image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412" r:id="rId5"/>
    <p:sldId id="413" r:id="rId6"/>
    <p:sldId id="414" r:id="rId7"/>
    <p:sldId id="415" r:id="rId8"/>
    <p:sldId id="416" r:id="rId9"/>
    <p:sldId id="417" r:id="rId10"/>
    <p:sldId id="418" r:id="rId11"/>
    <p:sldId id="419" r:id="rId12"/>
    <p:sldId id="420" r:id="rId13"/>
    <p:sldId id="421" r:id="rId14"/>
    <p:sldId id="422" r:id="rId15"/>
    <p:sldId id="423" r:id="rId16"/>
    <p:sldId id="424" r:id="rId17"/>
    <p:sldId id="425" r:id="rId18"/>
    <p:sldId id="426" r:id="rId19"/>
    <p:sldId id="427" r:id="rId20"/>
    <p:sldId id="259" r:id="rId21"/>
    <p:sldId id="428" r:id="rId32"/>
  </p:sldIdLst>
  <p:sldSz cx="12192000" cy="6858000"/>
  <p:notesSz cx="6805613" cy="9939338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8C3FCE5D-5B13-42D5-84AD-AA87BEBE7B6D}">
          <p14:sldIdLst>
            <p14:sldId id="412"/>
          </p14:sldIdLst>
        </p14:section>
        <p14:section name="Concepts" id="{0BA38315-A254-4A74-8E83-4E6B3D9DC10A}">
          <p14:sldIdLst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  <p14:sldId id="423"/>
            <p14:sldId id="424"/>
            <p14:sldId id="425"/>
            <p14:sldId id="426"/>
            <p14:sldId id="427"/>
          </p14:sldIdLst>
        </p14:section>
        <p14:section name="End" id="{EEBC8917-F71F-4A9E-BD9A-5262C2B91E5C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>
        <p15:guide id="2" orient="horz" pos="4178" userDrawn="1">
          <p15:clr>
            <a:srgbClr val="A4A3A4"/>
          </p15:clr>
        </p15:guide>
        <p15:guide id="7" orient="horz" pos="3997" userDrawn="1">
          <p15:clr>
            <a:srgbClr val="A4A3A4"/>
          </p15:clr>
        </p15:guide>
        <p15:guide id="12" orient="horz" pos="2160" userDrawn="1">
          <p15:clr>
            <a:srgbClr val="A4A3A4"/>
          </p15:clr>
        </p15:guide>
        <p15:guide id="15" pos="38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D173A4-7D36-6628-055C-01AEB7A91FB3}" name="Mitchell, Alexia (KTMLP)" initials="MA(" userId="S::alexia.mitchell@kantar.com::c49c006f-6766-44ce-978c-7c365abb019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F0B8"/>
    <a:srgbClr val="89FDE2"/>
    <a:srgbClr val="2EEFEF"/>
    <a:srgbClr val="77C9D0"/>
    <a:srgbClr val="FFEF90"/>
    <a:srgbClr val="002333"/>
    <a:srgbClr val="014A52"/>
    <a:srgbClr val="008998"/>
    <a:srgbClr val="5D8F92"/>
    <a:srgbClr val="F8A4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EB6B65-61DB-4216-AABA-97F692022A5B}" v="59" dt="2025-07-02T13:23:0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06" autoAdjust="0"/>
    <p:restoredTop sz="93447" autoAdjust="0"/>
  </p:normalViewPr>
  <p:slideViewPr>
    <p:cSldViewPr snapToGrid="0" showGuides="1">
      <p:cViewPr varScale="1">
        <p:scale>
          <a:sx n="115" d="100"/>
          <a:sy n="115" d="100"/>
        </p:scale>
        <p:origin x="138" y="1404"/>
      </p:cViewPr>
      <p:guideLst>
        <p:guide orient="horz" pos="4178"/>
        <p:guide orient="horz" pos="3997"/>
        <p:guide orient="horz" pos="2160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200" d="100"/>
        <a:sy n="200" d="100"/>
      </p:scale>
      <p:origin x="0" y="0"/>
    </p:cViewPr>
  </p:sorterViewPr>
  <p:notesViewPr>
    <p:cSldViewPr snapToGrid="0" showGuides="1">
      <p:cViewPr varScale="1">
        <p:scale>
          <a:sx n="112" d="100"/>
          <a:sy n="112" d="100"/>
        </p:scale>
        <p:origin x="2718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tags" Target="tags/tag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Relationship Id="rId31" Type="http://schemas.microsoft.com/office/2018/10/relationships/authors" Target="authors.xml"/><Relationship Id="rId32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rme Martins" userId="3225c968-56bc-4bc5-8b5a-3417fdcd79ff" providerId="ADAL" clId="{E9EB6B65-61DB-4216-AABA-97F692022A5B}"/>
    <pc:docChg chg="undo custSel addSld delSld modSld sldOrd addSection delSection modSection">
      <pc:chgData name="Guilherme Martins" userId="3225c968-56bc-4bc5-8b5a-3417fdcd79ff" providerId="ADAL" clId="{E9EB6B65-61DB-4216-AABA-97F692022A5B}" dt="2025-07-02T13:23:04.929" v="770"/>
      <pc:docMkLst>
        <pc:docMk/>
      </pc:docMkLst>
      <pc:sldChg chg="modSp mod">
        <pc:chgData name="Guilherme Martins" userId="3225c968-56bc-4bc5-8b5a-3417fdcd79ff" providerId="ADAL" clId="{E9EB6B65-61DB-4216-AABA-97F692022A5B}" dt="2025-07-02T01:58:31.152" v="767" actId="14100"/>
        <pc:sldMkLst>
          <pc:docMk/>
          <pc:sldMk cId="2995460809" sldId="412"/>
        </pc:sldMkLst>
        <pc:spChg chg="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2995460809" sldId="412"/>
            <ac:spMk id="5" creationId="{306FFA67-E1CB-B19F-AEB6-1C2A8902AC3F}"/>
          </ac:spMkLst>
        </pc:spChg>
        <pc:spChg chg="mod">
          <ac:chgData name="Guilherme Martins" userId="3225c968-56bc-4bc5-8b5a-3417fdcd79ff" providerId="ADAL" clId="{E9EB6B65-61DB-4216-AABA-97F692022A5B}" dt="2025-07-02T01:58:31.152" v="767" actId="14100"/>
          <ac:spMkLst>
            <pc:docMk/>
            <pc:sldMk cId="2995460809" sldId="412"/>
            <ac:spMk id="10" creationId="{9B9386EA-689E-22B2-2BE8-947F91FDE3C6}"/>
          </ac:spMkLst>
        </pc:spChg>
      </pc:sldChg>
      <pc:sldChg chg="add del setBg">
        <pc:chgData name="Guilherme Martins" userId="3225c968-56bc-4bc5-8b5a-3417fdcd79ff" providerId="ADAL" clId="{E9EB6B65-61DB-4216-AABA-97F692022A5B}" dt="2025-07-01T23:07:24.325" v="3"/>
        <pc:sldMkLst>
          <pc:docMk/>
          <pc:sldMk cId="606492566" sldId="413"/>
        </pc:sldMkLst>
      </pc:sldChg>
      <pc:sldChg chg="addSp delSp modSp new mod">
        <pc:chgData name="Guilherme Martins" userId="3225c968-56bc-4bc5-8b5a-3417fdcd79ff" providerId="ADAL" clId="{E9EB6B65-61DB-4216-AABA-97F692022A5B}" dt="2025-07-02T00:09:17.167" v="590" actId="313"/>
        <pc:sldMkLst>
          <pc:docMk/>
          <pc:sldMk cId="871791165" sldId="413"/>
        </pc:sldMkLst>
        <pc:spChg chg="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871791165" sldId="413"/>
            <ac:spMk id="2" creationId="{EA442262-29AD-BA2D-E9C2-F66F77F53A11}"/>
          </ac:spMkLst>
        </pc:spChg>
        <pc:spChg chg="del">
          <ac:chgData name="Guilherme Martins" userId="3225c968-56bc-4bc5-8b5a-3417fdcd79ff" providerId="ADAL" clId="{E9EB6B65-61DB-4216-AABA-97F692022A5B}" dt="2025-07-01T23:07:59.654" v="8" actId="478"/>
          <ac:spMkLst>
            <pc:docMk/>
            <pc:sldMk cId="871791165" sldId="413"/>
            <ac:spMk id="3" creationId="{4C6CDE91-24CA-CCD5-895F-684615485170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871791165" sldId="413"/>
            <ac:spMk id="4" creationId="{932F71C6-5C1D-473C-22A0-261A016551AD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871791165" sldId="413"/>
            <ac:spMk id="5" creationId="{AD278076-07E4-215D-C24D-C6B794BC6A0A}"/>
          </ac:spMkLst>
        </pc:spChg>
        <pc:spChg chg="add mod">
          <ac:chgData name="Guilherme Martins" userId="3225c968-56bc-4bc5-8b5a-3417fdcd79ff" providerId="ADAL" clId="{E9EB6B65-61DB-4216-AABA-97F692022A5B}" dt="2025-07-02T00:09:17.167" v="590" actId="313"/>
          <ac:spMkLst>
            <pc:docMk/>
            <pc:sldMk cId="871791165" sldId="413"/>
            <ac:spMk id="6" creationId="{83728C66-BBF9-3047-6C39-30A0A442C370}"/>
          </ac:spMkLst>
        </pc:spChg>
      </pc:sldChg>
      <pc:sldChg chg="addSp delSp modSp add mod">
        <pc:chgData name="Guilherme Martins" userId="3225c968-56bc-4bc5-8b5a-3417fdcd79ff" providerId="ADAL" clId="{E9EB6B65-61DB-4216-AABA-97F692022A5B}" dt="2025-07-02T00:10:32.350" v="599" actId="20577"/>
        <pc:sldMkLst>
          <pc:docMk/>
          <pc:sldMk cId="3494467256" sldId="414"/>
        </pc:sldMkLst>
        <pc:spChg chg="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3494467256" sldId="414"/>
            <ac:spMk id="2" creationId="{FB9A900A-A173-9E1E-F84F-09E2CCB34C22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3494467256" sldId="414"/>
            <ac:spMk id="3" creationId="{88E89576-245B-5261-0318-79A269BCD87D}"/>
          </ac:spMkLst>
        </pc:spChg>
        <pc:spChg chg="del">
          <ac:chgData name="Guilherme Martins" userId="3225c968-56bc-4bc5-8b5a-3417fdcd79ff" providerId="ADAL" clId="{E9EB6B65-61DB-4216-AABA-97F692022A5B}" dt="2025-07-01T23:08:19.085" v="15" actId="478"/>
          <ac:spMkLst>
            <pc:docMk/>
            <pc:sldMk cId="3494467256" sldId="414"/>
            <ac:spMk id="4" creationId="{2BE585EC-4C86-3462-BB5A-C3C152A5B48C}"/>
          </ac:spMkLst>
        </pc:spChg>
        <pc:spChg chg="del">
          <ac:chgData name="Guilherme Martins" userId="3225c968-56bc-4bc5-8b5a-3417fdcd79ff" providerId="ADAL" clId="{E9EB6B65-61DB-4216-AABA-97F692022A5B}" dt="2025-07-01T23:08:17.728" v="14" actId="478"/>
          <ac:spMkLst>
            <pc:docMk/>
            <pc:sldMk cId="3494467256" sldId="414"/>
            <ac:spMk id="5" creationId="{B3B6E036-BFD3-5689-19E4-2509260D98C2}"/>
          </ac:spMkLst>
        </pc:spChg>
        <pc:spChg chg="del">
          <ac:chgData name="Guilherme Martins" userId="3225c968-56bc-4bc5-8b5a-3417fdcd79ff" providerId="ADAL" clId="{E9EB6B65-61DB-4216-AABA-97F692022A5B}" dt="2025-07-01T23:08:16.249" v="13" actId="478"/>
          <ac:spMkLst>
            <pc:docMk/>
            <pc:sldMk cId="3494467256" sldId="414"/>
            <ac:spMk id="6" creationId="{FAF518BF-561D-A5B7-C9F8-C9A4FCF9F383}"/>
          </ac:spMkLst>
        </pc:spChg>
        <pc:spChg chg="add mod">
          <ac:chgData name="Guilherme Martins" userId="3225c968-56bc-4bc5-8b5a-3417fdcd79ff" providerId="ADAL" clId="{E9EB6B65-61DB-4216-AABA-97F692022A5B}" dt="2025-07-02T00:10:32.350" v="599" actId="20577"/>
          <ac:spMkLst>
            <pc:docMk/>
            <pc:sldMk cId="3494467256" sldId="414"/>
            <ac:spMk id="7" creationId="{28DC4A99-00B8-2391-7FBB-8A964FD5BDED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3494467256" sldId="414"/>
            <ac:spMk id="8" creationId="{A05990E3-3E32-8FA4-64A3-29C6DC3351C7}"/>
          </ac:spMkLst>
        </pc:spChg>
        <pc:spChg chg="add mod">
          <ac:chgData name="Guilherme Martins" userId="3225c968-56bc-4bc5-8b5a-3417fdcd79ff" providerId="ADAL" clId="{E9EB6B65-61DB-4216-AABA-97F692022A5B}" dt="2025-07-01T23:17:48.948" v="48"/>
          <ac:spMkLst>
            <pc:docMk/>
            <pc:sldMk cId="3494467256" sldId="414"/>
            <ac:spMk id="10" creationId="{DCE52D0F-680C-66D2-DAFE-D1BD68476360}"/>
          </ac:spMkLst>
        </pc:spChg>
        <pc:spChg chg="add mod">
          <ac:chgData name="Guilherme Martins" userId="3225c968-56bc-4bc5-8b5a-3417fdcd79ff" providerId="ADAL" clId="{E9EB6B65-61DB-4216-AABA-97F692022A5B}" dt="2025-07-01T23:17:48.948" v="48"/>
          <ac:spMkLst>
            <pc:docMk/>
            <pc:sldMk cId="3494467256" sldId="414"/>
            <ac:spMk id="11" creationId="{0739293D-9D79-3B04-0DA4-D428F526804B}"/>
          </ac:spMkLst>
        </pc:spChg>
        <pc:spChg chg="add del mod">
          <ac:chgData name="Guilherme Martins" userId="3225c968-56bc-4bc5-8b5a-3417fdcd79ff" providerId="ADAL" clId="{E9EB6B65-61DB-4216-AABA-97F692022A5B}" dt="2025-07-01T23:18:01.339" v="52" actId="478"/>
          <ac:spMkLst>
            <pc:docMk/>
            <pc:sldMk cId="3494467256" sldId="414"/>
            <ac:spMk id="12" creationId="{EF824758-BD80-B859-4790-7DF5DE004449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3494467256" sldId="414"/>
            <ac:spMk id="14" creationId="{978AD79B-4208-3575-4BFA-9287384C292E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3494467256" sldId="414"/>
            <ac:spMk id="15" creationId="{A7F30DF8-8B8D-FA49-8620-8450EBEAD206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3494467256" sldId="414"/>
            <ac:spMk id="16" creationId="{3750B5E6-307C-8BEA-2F78-4428B36C35CA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3494467256" sldId="414"/>
            <ac:spMk id="18" creationId="{8A20A9E9-C287-9E94-BE3F-E67294777591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3494467256" sldId="414"/>
            <ac:spMk id="19" creationId="{4386FE9D-02A7-53EA-78AC-B23A90330F55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3494467256" sldId="414"/>
            <ac:spMk id="20" creationId="{4876479F-C6A5-A9EE-FB3A-B5FBAF6D09E3}"/>
          </ac:spMkLst>
        </pc:spChg>
        <pc:spChg chg="add del mod">
          <ac:chgData name="Guilherme Martins" userId="3225c968-56bc-4bc5-8b5a-3417fdcd79ff" providerId="ADAL" clId="{E9EB6B65-61DB-4216-AABA-97F692022A5B}" dt="2025-07-01T23:18:48.187" v="63" actId="478"/>
          <ac:spMkLst>
            <pc:docMk/>
            <pc:sldMk cId="3494467256" sldId="414"/>
            <ac:spMk id="21" creationId="{874336E7-0C18-3BA7-7211-6FB0C6D4A88C}"/>
          </ac:spMkLst>
        </pc:spChg>
        <pc:grpChg chg="add del mod">
          <ac:chgData name="Guilherme Martins" userId="3225c968-56bc-4bc5-8b5a-3417fdcd79ff" providerId="ADAL" clId="{E9EB6B65-61DB-4216-AABA-97F692022A5B}" dt="2025-07-01T23:18:01.918" v="53" actId="478"/>
          <ac:grpSpMkLst>
            <pc:docMk/>
            <pc:sldMk cId="3494467256" sldId="414"/>
            <ac:grpSpMk id="9" creationId="{C3306B3F-A40C-CB77-E6E6-AAFEF83FB91D}"/>
          </ac:grpSpMkLst>
        </pc:grpChg>
        <pc:grpChg chg="add mod">
          <ac:chgData name="Guilherme Martins" userId="3225c968-56bc-4bc5-8b5a-3417fdcd79ff" providerId="ADAL" clId="{E9EB6B65-61DB-4216-AABA-97F692022A5B}" dt="2025-07-01T23:34:01.574" v="187" actId="1076"/>
          <ac:grpSpMkLst>
            <pc:docMk/>
            <pc:sldMk cId="3494467256" sldId="414"/>
            <ac:grpSpMk id="13" creationId="{D8D3B080-0CE7-A7EB-181F-233E5CD63FD9}"/>
          </ac:grpSpMkLst>
        </pc:grpChg>
        <pc:grpChg chg="add mod">
          <ac:chgData name="Guilherme Martins" userId="3225c968-56bc-4bc5-8b5a-3417fdcd79ff" providerId="ADAL" clId="{E9EB6B65-61DB-4216-AABA-97F692022A5B}" dt="2025-07-01T23:34:01.574" v="187" actId="1076"/>
          <ac:grpSpMkLst>
            <pc:docMk/>
            <pc:sldMk cId="3494467256" sldId="414"/>
            <ac:grpSpMk id="17" creationId="{8A4534C3-27C3-62B3-1237-DA0A8D34C54B}"/>
          </ac:grpSpMkLst>
        </pc:grpChg>
      </pc:sldChg>
      <pc:sldChg chg="addSp delSp modSp add mod">
        <pc:chgData name="Guilherme Martins" userId="3225c968-56bc-4bc5-8b5a-3417fdcd79ff" providerId="ADAL" clId="{E9EB6B65-61DB-4216-AABA-97F692022A5B}" dt="2025-07-02T00:25:00.500" v="630" actId="115"/>
        <pc:sldMkLst>
          <pc:docMk/>
          <pc:sldMk cId="10023627" sldId="415"/>
        </pc:sldMkLst>
        <pc:spChg chg="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10023627" sldId="415"/>
            <ac:spMk id="2" creationId="{75B847EC-622F-33A6-7B6B-E97135EF6BFB}"/>
          </ac:spMkLst>
        </pc:spChg>
        <pc:spChg chg="del">
          <ac:chgData name="Guilherme Martins" userId="3225c968-56bc-4bc5-8b5a-3417fdcd79ff" providerId="ADAL" clId="{E9EB6B65-61DB-4216-AABA-97F692022A5B}" dt="2025-07-01T23:19:28.140" v="90" actId="478"/>
          <ac:spMkLst>
            <pc:docMk/>
            <pc:sldMk cId="10023627" sldId="415"/>
            <ac:spMk id="3" creationId="{242C16B5-CD98-62F6-6774-F22B5444B39F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10023627" sldId="415"/>
            <ac:spMk id="4" creationId="{4C9A6680-243D-21CB-D48C-DAA35D705D1B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10023627" sldId="415"/>
            <ac:spMk id="5" creationId="{BCB57F0E-7F25-2F44-751F-603B09507E8B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10023627" sldId="415"/>
            <ac:spMk id="6" creationId="{CA636E05-5733-A971-9780-C848DB3F6AF2}"/>
          </ac:spMkLst>
        </pc:spChg>
        <pc:spChg chg="del">
          <ac:chgData name="Guilherme Martins" userId="3225c968-56bc-4bc5-8b5a-3417fdcd79ff" providerId="ADAL" clId="{E9EB6B65-61DB-4216-AABA-97F692022A5B}" dt="2025-07-01T23:19:26.333" v="89" actId="478"/>
          <ac:spMkLst>
            <pc:docMk/>
            <pc:sldMk cId="10023627" sldId="415"/>
            <ac:spMk id="7" creationId="{D44EC7AF-E397-BC84-FD86-63A22890BD27}"/>
          </ac:spMkLst>
        </pc:spChg>
        <pc:spChg chg="del">
          <ac:chgData name="Guilherme Martins" userId="3225c968-56bc-4bc5-8b5a-3417fdcd79ff" providerId="ADAL" clId="{E9EB6B65-61DB-4216-AABA-97F692022A5B}" dt="2025-07-01T23:18:58.493" v="65" actId="478"/>
          <ac:spMkLst>
            <pc:docMk/>
            <pc:sldMk cId="10023627" sldId="415"/>
            <ac:spMk id="8" creationId="{6C83B4E0-C587-27FE-2C79-F20EA1E0E4EE}"/>
          </ac:spMkLst>
        </pc:spChg>
        <pc:spChg chg="add mod">
          <ac:chgData name="Guilherme Martins" userId="3225c968-56bc-4bc5-8b5a-3417fdcd79ff" providerId="ADAL" clId="{E9EB6B65-61DB-4216-AABA-97F692022A5B}" dt="2025-07-02T00:25:00.500" v="630" actId="115"/>
          <ac:spMkLst>
            <pc:docMk/>
            <pc:sldMk cId="10023627" sldId="415"/>
            <ac:spMk id="9" creationId="{0FE7F32B-143D-DFB3-F8D4-A3CE2D607B29}"/>
          </ac:spMkLst>
        </pc:spChg>
        <pc:spChg chg="del">
          <ac:chgData name="Guilherme Martins" userId="3225c968-56bc-4bc5-8b5a-3417fdcd79ff" providerId="ADAL" clId="{E9EB6B65-61DB-4216-AABA-97F692022A5B}" dt="2025-07-01T23:19:03.716" v="70" actId="478"/>
          <ac:spMkLst>
            <pc:docMk/>
            <pc:sldMk cId="10023627" sldId="415"/>
            <ac:spMk id="16" creationId="{5F296F97-571E-9CC7-C0CA-E7BA1913167B}"/>
          </ac:spMkLst>
        </pc:spChg>
        <pc:spChg chg="mod">
          <ac:chgData name="Guilherme Martins" userId="3225c968-56bc-4bc5-8b5a-3417fdcd79ff" providerId="ADAL" clId="{E9EB6B65-61DB-4216-AABA-97F692022A5B}" dt="2025-07-01T23:19:01.607" v="67" actId="6549"/>
          <ac:spMkLst>
            <pc:docMk/>
            <pc:sldMk cId="10023627" sldId="415"/>
            <ac:spMk id="19" creationId="{B16D9DE4-250A-D2FA-B64D-B05CD89120A7}"/>
          </ac:spMkLst>
        </pc:spChg>
        <pc:spChg chg="del">
          <ac:chgData name="Guilherme Martins" userId="3225c968-56bc-4bc5-8b5a-3417fdcd79ff" providerId="ADAL" clId="{E9EB6B65-61DB-4216-AABA-97F692022A5B}" dt="2025-07-01T23:19:03.115" v="69" actId="478"/>
          <ac:spMkLst>
            <pc:docMk/>
            <pc:sldMk cId="10023627" sldId="415"/>
            <ac:spMk id="20" creationId="{2514141F-DF2B-C7CC-9F3B-FBA9540C1B4E}"/>
          </ac:spMkLst>
        </pc:spChg>
        <pc:grpChg chg="del">
          <ac:chgData name="Guilherme Martins" userId="3225c968-56bc-4bc5-8b5a-3417fdcd79ff" providerId="ADAL" clId="{E9EB6B65-61DB-4216-AABA-97F692022A5B}" dt="2025-07-01T23:19:00.570" v="66" actId="478"/>
          <ac:grpSpMkLst>
            <pc:docMk/>
            <pc:sldMk cId="10023627" sldId="415"/>
            <ac:grpSpMk id="13" creationId="{F961632F-D483-29B7-891C-45DB57408E68}"/>
          </ac:grpSpMkLst>
        </pc:grpChg>
        <pc:grpChg chg="del">
          <ac:chgData name="Guilherme Martins" userId="3225c968-56bc-4bc5-8b5a-3417fdcd79ff" providerId="ADAL" clId="{E9EB6B65-61DB-4216-AABA-97F692022A5B}" dt="2025-07-01T23:19:02.075" v="68" actId="478"/>
          <ac:grpSpMkLst>
            <pc:docMk/>
            <pc:sldMk cId="10023627" sldId="415"/>
            <ac:grpSpMk id="17" creationId="{6E348D26-DE6E-2663-24F9-9B4A42429265}"/>
          </ac:grpSpMkLst>
        </pc:grpChg>
        <pc:picChg chg="add mod">
          <ac:chgData name="Guilherme Martins" userId="3225c968-56bc-4bc5-8b5a-3417fdcd79ff" providerId="ADAL" clId="{E9EB6B65-61DB-4216-AABA-97F692022A5B}" dt="2025-07-01T23:21:02.835" v="106" actId="1076"/>
          <ac:picMkLst>
            <pc:docMk/>
            <pc:sldMk cId="10023627" sldId="415"/>
            <ac:picMk id="11" creationId="{9C9C2FD5-53D0-9851-04FB-701718304B68}"/>
          </ac:picMkLst>
        </pc:picChg>
      </pc:sldChg>
      <pc:sldChg chg="addSp delSp modSp add mod modTransition modAnim">
        <pc:chgData name="Guilherme Martins" userId="3225c968-56bc-4bc5-8b5a-3417fdcd79ff" providerId="ADAL" clId="{E9EB6B65-61DB-4216-AABA-97F692022A5B}" dt="2025-07-02T00:38:27.582" v="648" actId="1076"/>
        <pc:sldMkLst>
          <pc:docMk/>
          <pc:sldMk cId="1909823056" sldId="416"/>
        </pc:sldMkLst>
        <pc:spChg chg="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1909823056" sldId="416"/>
            <ac:spMk id="2" creationId="{3D644816-7D38-2D37-2392-1E2E614ABC42}"/>
          </ac:spMkLst>
        </pc:spChg>
        <pc:spChg chg="add mod">
          <ac:chgData name="Guilherme Martins" userId="3225c968-56bc-4bc5-8b5a-3417fdcd79ff" providerId="ADAL" clId="{E9EB6B65-61DB-4216-AABA-97F692022A5B}" dt="2025-07-02T00:27:07.713" v="641" actId="14100"/>
          <ac:spMkLst>
            <pc:docMk/>
            <pc:sldMk cId="1909823056" sldId="416"/>
            <ac:spMk id="3" creationId="{E72E244B-12B9-388B-2C1E-108484C6B772}"/>
          </ac:spMkLst>
        </pc:spChg>
        <pc:spChg chg="del mod">
          <ac:chgData name="Guilherme Martins" userId="3225c968-56bc-4bc5-8b5a-3417fdcd79ff" providerId="ADAL" clId="{E9EB6B65-61DB-4216-AABA-97F692022A5B}" dt="2025-07-01T23:21:22.643" v="114" actId="478"/>
          <ac:spMkLst>
            <pc:docMk/>
            <pc:sldMk cId="1909823056" sldId="416"/>
            <ac:spMk id="4" creationId="{40B422D5-4653-0711-B761-7C205A58C289}"/>
          </ac:spMkLst>
        </pc:spChg>
        <pc:spChg chg="del mod">
          <ac:chgData name="Guilherme Martins" userId="3225c968-56bc-4bc5-8b5a-3417fdcd79ff" providerId="ADAL" clId="{E9EB6B65-61DB-4216-AABA-97F692022A5B}" dt="2025-07-01T23:21:21.438" v="112" actId="478"/>
          <ac:spMkLst>
            <pc:docMk/>
            <pc:sldMk cId="1909823056" sldId="416"/>
            <ac:spMk id="5" creationId="{C5A9E4DB-B697-5B57-207C-E4C1B6BE84B2}"/>
          </ac:spMkLst>
        </pc:spChg>
        <pc:spChg chg="del">
          <ac:chgData name="Guilherme Martins" userId="3225c968-56bc-4bc5-8b5a-3417fdcd79ff" providerId="ADAL" clId="{E9EB6B65-61DB-4216-AABA-97F692022A5B}" dt="2025-07-01T23:21:18.684" v="109" actId="478"/>
          <ac:spMkLst>
            <pc:docMk/>
            <pc:sldMk cId="1909823056" sldId="416"/>
            <ac:spMk id="6" creationId="{CC921845-AFC7-06F6-48DF-4555D1B668BF}"/>
          </ac:spMkLst>
        </pc:spChg>
        <pc:spChg chg="add mod">
          <ac:chgData name="Guilherme Martins" userId="3225c968-56bc-4bc5-8b5a-3417fdcd79ff" providerId="ADAL" clId="{E9EB6B65-61DB-4216-AABA-97F692022A5B}" dt="2025-07-02T00:28:54.977" v="646" actId="20577"/>
          <ac:spMkLst>
            <pc:docMk/>
            <pc:sldMk cId="1909823056" sldId="416"/>
            <ac:spMk id="7" creationId="{7AF4C686-F8F3-B0E0-B6D5-49F1D091BE43}"/>
          </ac:spMkLst>
        </pc:spChg>
        <pc:spChg chg="del">
          <ac:chgData name="Guilherme Martins" userId="3225c968-56bc-4bc5-8b5a-3417fdcd79ff" providerId="ADAL" clId="{E9EB6B65-61DB-4216-AABA-97F692022A5B}" dt="2025-07-01T23:21:17.673" v="108" actId="478"/>
          <ac:spMkLst>
            <pc:docMk/>
            <pc:sldMk cId="1909823056" sldId="416"/>
            <ac:spMk id="9" creationId="{EB2D7BEF-5418-AE3C-2B88-947EF490AD3A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1909823056" sldId="416"/>
            <ac:spMk id="10" creationId="{1B63B86A-1052-76B0-47C0-558B39317BDD}"/>
          </ac:spMkLst>
        </pc:spChg>
        <pc:spChg chg="add mod">
          <ac:chgData name="Guilherme Martins" userId="3225c968-56bc-4bc5-8b5a-3417fdcd79ff" providerId="ADAL" clId="{E9EB6B65-61DB-4216-AABA-97F692022A5B}" dt="2025-07-02T00:28:30.037" v="645" actId="20577"/>
          <ac:spMkLst>
            <pc:docMk/>
            <pc:sldMk cId="1909823056" sldId="416"/>
            <ac:spMk id="12" creationId="{44E12375-5A5F-FFCA-9F69-89C3BF9BBD77}"/>
          </ac:spMkLst>
        </pc:spChg>
        <pc:spChg chg="add del mod topLvl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1909823056" sldId="416"/>
            <ac:spMk id="15" creationId="{1C3D3803-ACA8-47F5-25BF-021B001249D9}"/>
          </ac:spMkLst>
        </pc:spChg>
        <pc:spChg chg="mod">
          <ac:chgData name="Guilherme Martins" userId="3225c968-56bc-4bc5-8b5a-3417fdcd79ff" providerId="ADAL" clId="{E9EB6B65-61DB-4216-AABA-97F692022A5B}" dt="2025-07-01T23:23:30.066" v="126" actId="478"/>
          <ac:spMkLst>
            <pc:docMk/>
            <pc:sldMk cId="1909823056" sldId="416"/>
            <ac:spMk id="18" creationId="{7F272577-02C1-F824-330D-2C50E1B5BDD6}"/>
          </ac:spMkLst>
        </pc:spChg>
        <pc:spChg chg="add del mod topLvl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1909823056" sldId="416"/>
            <ac:spMk id="23" creationId="{63DEC7FB-A0B1-4632-9CB0-5E3A9C4F2F36}"/>
          </ac:spMkLst>
        </pc:spChg>
        <pc:spChg chg="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1909823056" sldId="416"/>
            <ac:spMk id="25" creationId="{A64F34E0-0081-5E72-2ACE-8582FCDD4E1C}"/>
          </ac:spMkLst>
        </pc:spChg>
        <pc:spChg chg="add del mod topLvl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1909823056" sldId="416"/>
            <ac:spMk id="27" creationId="{CA2AD092-E9B8-9ED0-FC6D-5C1ED0067484}"/>
          </ac:spMkLst>
        </pc:spChg>
        <pc:spChg chg="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1909823056" sldId="416"/>
            <ac:spMk id="30" creationId="{6859F9C4-BAD6-0ADE-BEEB-ECCBD05D2B2E}"/>
          </ac:spMkLst>
        </pc:spChg>
        <pc:grpChg chg="add del mod">
          <ac:chgData name="Guilherme Martins" userId="3225c968-56bc-4bc5-8b5a-3417fdcd79ff" providerId="ADAL" clId="{E9EB6B65-61DB-4216-AABA-97F692022A5B}" dt="2025-07-01T23:33:16.795" v="184" actId="478"/>
          <ac:grpSpMkLst>
            <pc:docMk/>
            <pc:sldMk cId="1909823056" sldId="416"/>
            <ac:grpSpMk id="14" creationId="{94CE32FE-1220-DA29-6011-D00A4671FC1C}"/>
          </ac:grpSpMkLst>
        </pc:grpChg>
        <pc:grpChg chg="mod topLvl">
          <ac:chgData name="Guilherme Martins" userId="3225c968-56bc-4bc5-8b5a-3417fdcd79ff" providerId="ADAL" clId="{E9EB6B65-61DB-4216-AABA-97F692022A5B}" dt="2025-07-01T23:33:16.795" v="184" actId="478"/>
          <ac:grpSpMkLst>
            <pc:docMk/>
            <pc:sldMk cId="1909823056" sldId="416"/>
            <ac:grpSpMk id="16" creationId="{70338E25-521B-3F2E-6078-1BDB15BB38EB}"/>
          </ac:grpSpMkLst>
        </pc:grpChg>
        <pc:grpChg chg="add del mod">
          <ac:chgData name="Guilherme Martins" userId="3225c968-56bc-4bc5-8b5a-3417fdcd79ff" providerId="ADAL" clId="{E9EB6B65-61DB-4216-AABA-97F692022A5B}" dt="2025-07-01T23:33:16.371" v="183" actId="478"/>
          <ac:grpSpMkLst>
            <pc:docMk/>
            <pc:sldMk cId="1909823056" sldId="416"/>
            <ac:grpSpMk id="20" creationId="{F879BA72-4D24-F998-1FE3-1A7C6930640C}"/>
          </ac:grpSpMkLst>
        </pc:grpChg>
        <pc:grpChg chg="mod topLvl">
          <ac:chgData name="Guilherme Martins" userId="3225c968-56bc-4bc5-8b5a-3417fdcd79ff" providerId="ADAL" clId="{E9EB6B65-61DB-4216-AABA-97F692022A5B}" dt="2025-07-01T23:33:16.371" v="183" actId="478"/>
          <ac:grpSpMkLst>
            <pc:docMk/>
            <pc:sldMk cId="1909823056" sldId="416"/>
            <ac:grpSpMk id="21" creationId="{9CFE2538-D552-5228-24A9-76A831A08DAE}"/>
          </ac:grpSpMkLst>
        </pc:grpChg>
        <pc:grpChg chg="add del mod">
          <ac:chgData name="Guilherme Martins" userId="3225c968-56bc-4bc5-8b5a-3417fdcd79ff" providerId="ADAL" clId="{E9EB6B65-61DB-4216-AABA-97F692022A5B}" dt="2025-07-01T23:33:16.065" v="182" actId="478"/>
          <ac:grpSpMkLst>
            <pc:docMk/>
            <pc:sldMk cId="1909823056" sldId="416"/>
            <ac:grpSpMk id="26" creationId="{4E4D7265-827C-4E15-0F28-2E2C59334D8C}"/>
          </ac:grpSpMkLst>
        </pc:grpChg>
        <pc:grpChg chg="mod topLvl">
          <ac:chgData name="Guilherme Martins" userId="3225c968-56bc-4bc5-8b5a-3417fdcd79ff" providerId="ADAL" clId="{E9EB6B65-61DB-4216-AABA-97F692022A5B}" dt="2025-07-01T23:33:16.065" v="182" actId="478"/>
          <ac:grpSpMkLst>
            <pc:docMk/>
            <pc:sldMk cId="1909823056" sldId="416"/>
            <ac:grpSpMk id="28" creationId="{2C7BEB4C-51AA-ABA2-8AC6-7B9C8550C81B}"/>
          </ac:grpSpMkLst>
        </pc:grpChg>
        <pc:picChg chg="add mod">
          <ac:chgData name="Guilherme Martins" userId="3225c968-56bc-4bc5-8b5a-3417fdcd79ff" providerId="ADAL" clId="{E9EB6B65-61DB-4216-AABA-97F692022A5B}" dt="2025-07-02T00:38:27.582" v="648" actId="1076"/>
          <ac:picMkLst>
            <pc:docMk/>
            <pc:sldMk cId="1909823056" sldId="416"/>
            <ac:picMk id="8" creationId="{F570EC57-2506-16AC-4745-0115E53EF909}"/>
          </ac:picMkLst>
        </pc:picChg>
        <pc:picChg chg="del">
          <ac:chgData name="Guilherme Martins" userId="3225c968-56bc-4bc5-8b5a-3417fdcd79ff" providerId="ADAL" clId="{E9EB6B65-61DB-4216-AABA-97F692022A5B}" dt="2025-07-01T23:21:19.245" v="110" actId="478"/>
          <ac:picMkLst>
            <pc:docMk/>
            <pc:sldMk cId="1909823056" sldId="416"/>
            <ac:picMk id="11" creationId="{7D9FF20F-6C6B-F0ED-FC50-4A901A6A6270}"/>
          </ac:picMkLst>
        </pc:picChg>
        <pc:picChg chg="add mod ord">
          <ac:chgData name="Guilherme Martins" userId="3225c968-56bc-4bc5-8b5a-3417fdcd79ff" providerId="ADAL" clId="{E9EB6B65-61DB-4216-AABA-97F692022A5B}" dt="2025-07-01T23:31:53.993" v="172" actId="167"/>
          <ac:picMkLst>
            <pc:docMk/>
            <pc:sldMk cId="1909823056" sldId="416"/>
            <ac:picMk id="13" creationId="{C0AEDF47-6308-6499-682C-4B607C8A575E}"/>
          </ac:picMkLst>
        </pc:picChg>
        <pc:picChg chg="del mod">
          <ac:chgData name="Guilherme Martins" userId="3225c968-56bc-4bc5-8b5a-3417fdcd79ff" providerId="ADAL" clId="{E9EB6B65-61DB-4216-AABA-97F692022A5B}" dt="2025-07-01T23:23:30.066" v="126" actId="478"/>
          <ac:picMkLst>
            <pc:docMk/>
            <pc:sldMk cId="1909823056" sldId="416"/>
            <ac:picMk id="17" creationId="{2E220D5A-EBDF-A106-0B63-3E8DB7D8C6CC}"/>
          </ac:picMkLst>
        </pc:picChg>
        <pc:picChg chg="del mod">
          <ac:chgData name="Guilherme Martins" userId="3225c968-56bc-4bc5-8b5a-3417fdcd79ff" providerId="ADAL" clId="{E9EB6B65-61DB-4216-AABA-97F692022A5B}" dt="2025-07-01T23:24:01.691" v="133" actId="478"/>
          <ac:picMkLst>
            <pc:docMk/>
            <pc:sldMk cId="1909823056" sldId="416"/>
            <ac:picMk id="22" creationId="{386F1D5E-B530-5112-5F11-2E67FF09F92D}"/>
          </ac:picMkLst>
        </pc:picChg>
        <pc:picChg chg="del mod">
          <ac:chgData name="Guilherme Martins" userId="3225c968-56bc-4bc5-8b5a-3417fdcd79ff" providerId="ADAL" clId="{E9EB6B65-61DB-4216-AABA-97F692022A5B}" dt="2025-07-01T23:24:20.244" v="138" actId="478"/>
          <ac:picMkLst>
            <pc:docMk/>
            <pc:sldMk cId="1909823056" sldId="416"/>
            <ac:picMk id="29" creationId="{1D7CCF22-0FAE-E468-200B-02C44E47C522}"/>
          </ac:picMkLst>
        </pc:picChg>
        <pc:picChg chg="add mod">
          <ac:chgData name="Guilherme Martins" userId="3225c968-56bc-4bc5-8b5a-3417fdcd79ff" providerId="ADAL" clId="{E9EB6B65-61DB-4216-AABA-97F692022A5B}" dt="2025-07-01T23:27:15.736" v="158" actId="1076"/>
          <ac:picMkLst>
            <pc:docMk/>
            <pc:sldMk cId="1909823056" sldId="416"/>
            <ac:picMk id="34" creationId="{64EDA512-A95E-E041-3FDD-4C8AC731F9DB}"/>
          </ac:picMkLst>
        </pc:picChg>
        <pc:picChg chg="add mod">
          <ac:chgData name="Guilherme Martins" userId="3225c968-56bc-4bc5-8b5a-3417fdcd79ff" providerId="ADAL" clId="{E9EB6B65-61DB-4216-AABA-97F692022A5B}" dt="2025-07-01T23:30:11.574" v="160" actId="1076"/>
          <ac:picMkLst>
            <pc:docMk/>
            <pc:sldMk cId="1909823056" sldId="416"/>
            <ac:picMk id="35" creationId="{F4CD8970-EECA-95A1-F126-B9DE8B58E366}"/>
          </ac:picMkLst>
        </pc:picChg>
        <pc:picChg chg="add mod">
          <ac:chgData name="Guilherme Martins" userId="3225c968-56bc-4bc5-8b5a-3417fdcd79ff" providerId="ADAL" clId="{E9EB6B65-61DB-4216-AABA-97F692022A5B}" dt="2025-07-01T23:31:24.082" v="166" actId="1076"/>
          <ac:picMkLst>
            <pc:docMk/>
            <pc:sldMk cId="1909823056" sldId="416"/>
            <ac:picMk id="37" creationId="{17967026-97E5-9928-2250-6BCBB3D09767}"/>
          </ac:picMkLst>
        </pc:picChg>
        <pc:cxnChg chg="mod">
          <ac:chgData name="Guilherme Martins" userId="3225c968-56bc-4bc5-8b5a-3417fdcd79ff" providerId="ADAL" clId="{E9EB6B65-61DB-4216-AABA-97F692022A5B}" dt="2025-07-01T23:25:27.688" v="152" actId="14100"/>
          <ac:cxnSpMkLst>
            <pc:docMk/>
            <pc:sldMk cId="1909823056" sldId="416"/>
            <ac:cxnSpMk id="19" creationId="{10479E59-8B52-0C93-BD11-DF7E1B9ED610}"/>
          </ac:cxnSpMkLst>
        </pc:cxnChg>
        <pc:cxnChg chg="mod">
          <ac:chgData name="Guilherme Martins" userId="3225c968-56bc-4bc5-8b5a-3417fdcd79ff" providerId="ADAL" clId="{E9EB6B65-61DB-4216-AABA-97F692022A5B}" dt="2025-07-01T23:24:01.691" v="133" actId="478"/>
          <ac:cxnSpMkLst>
            <pc:docMk/>
            <pc:sldMk cId="1909823056" sldId="416"/>
            <ac:cxnSpMk id="24" creationId="{833BEE9D-FAA5-0BBC-0A11-E1C0CF206AA3}"/>
          </ac:cxnSpMkLst>
        </pc:cxnChg>
        <pc:cxnChg chg="mod">
          <ac:chgData name="Guilherme Martins" userId="3225c968-56bc-4bc5-8b5a-3417fdcd79ff" providerId="ADAL" clId="{E9EB6B65-61DB-4216-AABA-97F692022A5B}" dt="2025-07-01T23:24:20.244" v="138" actId="478"/>
          <ac:cxnSpMkLst>
            <pc:docMk/>
            <pc:sldMk cId="1909823056" sldId="416"/>
            <ac:cxnSpMk id="31" creationId="{560349A8-03E3-76CC-8589-872DAAEC3A9E}"/>
          </ac:cxnSpMkLst>
        </pc:cxnChg>
      </pc:sldChg>
      <pc:sldChg chg="addSp delSp modSp add mod ord">
        <pc:chgData name="Guilherme Martins" userId="3225c968-56bc-4bc5-8b5a-3417fdcd79ff" providerId="ADAL" clId="{E9EB6B65-61DB-4216-AABA-97F692022A5B}" dt="2025-07-02T13:23:04.929" v="770"/>
        <pc:sldMkLst>
          <pc:docMk/>
          <pc:sldMk cId="2622965382" sldId="417"/>
        </pc:sldMkLst>
        <pc:spChg chg="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2622965382" sldId="417"/>
            <ac:spMk id="2" creationId="{4C97F2BA-E9BC-B10A-6EEE-103ACDB3F02F}"/>
          </ac:spMkLst>
        </pc:spChg>
        <pc:spChg chg="del">
          <ac:chgData name="Guilherme Martins" userId="3225c968-56bc-4bc5-8b5a-3417fdcd79ff" providerId="ADAL" clId="{E9EB6B65-61DB-4216-AABA-97F692022A5B}" dt="2025-07-01T23:34:54.283" v="203" actId="478"/>
          <ac:spMkLst>
            <pc:docMk/>
            <pc:sldMk cId="2622965382" sldId="417"/>
            <ac:spMk id="3" creationId="{7EDB436E-64D8-DD22-7B07-606B662E0598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2622965382" sldId="417"/>
            <ac:spMk id="4" creationId="{2C034298-6E91-850A-418E-7EB03FE6AA4D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2622965382" sldId="417"/>
            <ac:spMk id="5" creationId="{C817A5C0-ED45-B51F-9DB6-B8DF25710E19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2622965382" sldId="417"/>
            <ac:spMk id="6" creationId="{D313C710-CF8B-09A8-1EE1-DB532DB7F7DC}"/>
          </ac:spMkLst>
        </pc:spChg>
        <pc:spChg chg="del">
          <ac:chgData name="Guilherme Martins" userId="3225c968-56bc-4bc5-8b5a-3417fdcd79ff" providerId="ADAL" clId="{E9EB6B65-61DB-4216-AABA-97F692022A5B}" dt="2025-07-01T23:34:52.666" v="202" actId="478"/>
          <ac:spMkLst>
            <pc:docMk/>
            <pc:sldMk cId="2622965382" sldId="417"/>
            <ac:spMk id="7" creationId="{4F7709BC-2F25-DA7C-6DA9-C3F34F8AB5E6}"/>
          </ac:spMkLst>
        </pc:spChg>
        <pc:spChg chg="add del mod">
          <ac:chgData name="Guilherme Martins" userId="3225c968-56bc-4bc5-8b5a-3417fdcd79ff" providerId="ADAL" clId="{E9EB6B65-61DB-4216-AABA-97F692022A5B}" dt="2025-07-01T23:36:49.909" v="265" actId="478"/>
          <ac:spMkLst>
            <pc:docMk/>
            <pc:sldMk cId="2622965382" sldId="417"/>
            <ac:spMk id="9" creationId="{3CA80D37-FF99-48D9-3107-201A6C8BB9FE}"/>
          </ac:spMkLst>
        </pc:spChg>
        <pc:spChg chg="del">
          <ac:chgData name="Guilherme Martins" userId="3225c968-56bc-4bc5-8b5a-3417fdcd79ff" providerId="ADAL" clId="{E9EB6B65-61DB-4216-AABA-97F692022A5B}" dt="2025-07-01T23:34:47.014" v="201" actId="478"/>
          <ac:spMkLst>
            <pc:docMk/>
            <pc:sldMk cId="2622965382" sldId="417"/>
            <ac:spMk id="10" creationId="{942F28C0-7DBA-A28C-15EE-24CC9CBCC37F}"/>
          </ac:spMkLst>
        </pc:spChg>
        <pc:spChg chg="del">
          <ac:chgData name="Guilherme Martins" userId="3225c968-56bc-4bc5-8b5a-3417fdcd79ff" providerId="ADAL" clId="{E9EB6B65-61DB-4216-AABA-97F692022A5B}" dt="2025-07-01T23:37:22.321" v="274" actId="478"/>
          <ac:spMkLst>
            <pc:docMk/>
            <pc:sldMk cId="2622965382" sldId="417"/>
            <ac:spMk id="12" creationId="{AF54AC09-E053-07C8-6809-884B5573B46D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2622965382" sldId="417"/>
            <ac:spMk id="17" creationId="{CFE83AC6-0D28-56B3-1889-C1EE991F49D9}"/>
          </ac:spMkLst>
        </pc:spChg>
        <pc:spChg chg="del topLvl">
          <ac:chgData name="Guilherme Martins" userId="3225c968-56bc-4bc5-8b5a-3417fdcd79ff" providerId="ADAL" clId="{E9EB6B65-61DB-4216-AABA-97F692022A5B}" dt="2025-07-01T23:34:40.028" v="197" actId="478"/>
          <ac:spMkLst>
            <pc:docMk/>
            <pc:sldMk cId="2622965382" sldId="417"/>
            <ac:spMk id="23" creationId="{B5F8BBD3-221C-3AEC-243C-F7B989D8EA64}"/>
          </ac:spMkLst>
        </pc:spChg>
        <pc:spChg chg="add mod">
          <ac:chgData name="Guilherme Martins" userId="3225c968-56bc-4bc5-8b5a-3417fdcd79ff" providerId="ADAL" clId="{E9EB6B65-61DB-4216-AABA-97F692022A5B}" dt="2025-07-02T00:45:05.668" v="714" actId="20577"/>
          <ac:spMkLst>
            <pc:docMk/>
            <pc:sldMk cId="2622965382" sldId="417"/>
            <ac:spMk id="29" creationId="{F1376204-4402-6237-8C27-402D349D80A7}"/>
          </ac:spMkLst>
        </pc:spChg>
        <pc:spChg chg="mod">
          <ac:chgData name="Guilherme Martins" userId="3225c968-56bc-4bc5-8b5a-3417fdcd79ff" providerId="ADAL" clId="{E9EB6B65-61DB-4216-AABA-97F692022A5B}" dt="2025-07-01T23:34:32.994" v="192" actId="6549"/>
          <ac:spMkLst>
            <pc:docMk/>
            <pc:sldMk cId="2622965382" sldId="417"/>
            <ac:spMk id="30" creationId="{77FEEF49-4D39-D892-185F-4A6D0F463433}"/>
          </ac:spMkLst>
        </pc:spChg>
        <pc:spChg chg="add mod">
          <ac:chgData name="Guilherme Martins" userId="3225c968-56bc-4bc5-8b5a-3417fdcd79ff" providerId="ADAL" clId="{E9EB6B65-61DB-4216-AABA-97F692022A5B}" dt="2025-07-02T00:47:29.484" v="765" actId="20577"/>
          <ac:spMkLst>
            <pc:docMk/>
            <pc:sldMk cId="2622965382" sldId="417"/>
            <ac:spMk id="33" creationId="{AA0F2C4C-6C7E-45D2-8DF0-D08F3C3A17C7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2622965382" sldId="417"/>
            <ac:spMk id="38" creationId="{50ED823A-BCAF-99C5-A012-DCA6B53056C7}"/>
          </ac:spMkLst>
        </pc:spChg>
        <pc:grpChg chg="del">
          <ac:chgData name="Guilherme Martins" userId="3225c968-56bc-4bc5-8b5a-3417fdcd79ff" providerId="ADAL" clId="{E9EB6B65-61DB-4216-AABA-97F692022A5B}" dt="2025-07-01T23:34:42.547" v="199" actId="478"/>
          <ac:grpSpMkLst>
            <pc:docMk/>
            <pc:sldMk cId="2622965382" sldId="417"/>
            <ac:grpSpMk id="14" creationId="{BDD6B890-8F48-3C87-DD5F-2EF755431FC0}"/>
          </ac:grpSpMkLst>
        </pc:grpChg>
        <pc:grpChg chg="del">
          <ac:chgData name="Guilherme Martins" userId="3225c968-56bc-4bc5-8b5a-3417fdcd79ff" providerId="ADAL" clId="{E9EB6B65-61DB-4216-AABA-97F692022A5B}" dt="2025-07-01T23:34:40.028" v="197" actId="478"/>
          <ac:grpSpMkLst>
            <pc:docMk/>
            <pc:sldMk cId="2622965382" sldId="417"/>
            <ac:grpSpMk id="20" creationId="{64FDF884-36E7-4EDD-C441-ED8D4F750024}"/>
          </ac:grpSpMkLst>
        </pc:grpChg>
        <pc:grpChg chg="del topLvl">
          <ac:chgData name="Guilherme Martins" userId="3225c968-56bc-4bc5-8b5a-3417fdcd79ff" providerId="ADAL" clId="{E9EB6B65-61DB-4216-AABA-97F692022A5B}" dt="2025-07-01T23:34:44.257" v="200" actId="478"/>
          <ac:grpSpMkLst>
            <pc:docMk/>
            <pc:sldMk cId="2622965382" sldId="417"/>
            <ac:grpSpMk id="21" creationId="{BDE4DFD5-844E-47E1-8F9F-6B0913300EE8}"/>
          </ac:grpSpMkLst>
        </pc:grpChg>
        <pc:grpChg chg="del">
          <ac:chgData name="Guilherme Martins" userId="3225c968-56bc-4bc5-8b5a-3417fdcd79ff" providerId="ADAL" clId="{E9EB6B65-61DB-4216-AABA-97F692022A5B}" dt="2025-07-01T23:34:36.960" v="195" actId="478"/>
          <ac:grpSpMkLst>
            <pc:docMk/>
            <pc:sldMk cId="2622965382" sldId="417"/>
            <ac:grpSpMk id="26" creationId="{288CF518-9CEB-57F4-A9ED-146406422FD1}"/>
          </ac:grpSpMkLst>
        </pc:grpChg>
        <pc:picChg chg="add mod">
          <ac:chgData name="Guilherme Martins" userId="3225c968-56bc-4bc5-8b5a-3417fdcd79ff" providerId="ADAL" clId="{E9EB6B65-61DB-4216-AABA-97F692022A5B}" dt="2025-07-02T13:23:04.929" v="770"/>
          <ac:picMkLst>
            <pc:docMk/>
            <pc:sldMk cId="2622965382" sldId="417"/>
            <ac:picMk id="3" creationId="{BA3F6FC8-4046-45D4-225C-6DE9384D2A97}"/>
          </ac:picMkLst>
        </pc:picChg>
        <pc:picChg chg="del">
          <ac:chgData name="Guilherme Martins" userId="3225c968-56bc-4bc5-8b5a-3417fdcd79ff" providerId="ADAL" clId="{E9EB6B65-61DB-4216-AABA-97F692022A5B}" dt="2025-07-01T23:34:36.027" v="194" actId="478"/>
          <ac:picMkLst>
            <pc:docMk/>
            <pc:sldMk cId="2622965382" sldId="417"/>
            <ac:picMk id="8" creationId="{F51BA484-C5D7-E890-E13B-51D7591567EA}"/>
          </ac:picMkLst>
        </pc:picChg>
        <pc:picChg chg="add mod">
          <ac:chgData name="Guilherme Martins" userId="3225c968-56bc-4bc5-8b5a-3417fdcd79ff" providerId="ADAL" clId="{E9EB6B65-61DB-4216-AABA-97F692022A5B}" dt="2025-07-01T23:36:37.655" v="260"/>
          <ac:picMkLst>
            <pc:docMk/>
            <pc:sldMk cId="2622965382" sldId="417"/>
            <ac:picMk id="11" creationId="{D10F643D-C9F7-D077-E99E-927ACC6E989A}"/>
          </ac:picMkLst>
        </pc:picChg>
        <pc:picChg chg="del">
          <ac:chgData name="Guilherme Martins" userId="3225c968-56bc-4bc5-8b5a-3417fdcd79ff" providerId="ADAL" clId="{E9EB6B65-61DB-4216-AABA-97F692022A5B}" dt="2025-07-01T23:34:31.170" v="191" actId="478"/>
          <ac:picMkLst>
            <pc:docMk/>
            <pc:sldMk cId="2622965382" sldId="417"/>
            <ac:picMk id="13" creationId="{4E224840-0056-DD8D-4C37-80CEC0D2AAB6}"/>
          </ac:picMkLst>
        </pc:picChg>
        <pc:picChg chg="add mod">
          <ac:chgData name="Guilherme Martins" userId="3225c968-56bc-4bc5-8b5a-3417fdcd79ff" providerId="ADAL" clId="{E9EB6B65-61DB-4216-AABA-97F692022A5B}" dt="2025-07-01T23:36:58.075" v="268"/>
          <ac:picMkLst>
            <pc:docMk/>
            <pc:sldMk cId="2622965382" sldId="417"/>
            <ac:picMk id="22" creationId="{C8DCDC81-5B9F-FA2C-7B4C-C95F78942C2D}"/>
          </ac:picMkLst>
        </pc:picChg>
        <pc:picChg chg="add mod">
          <ac:chgData name="Guilherme Martins" userId="3225c968-56bc-4bc5-8b5a-3417fdcd79ff" providerId="ADAL" clId="{E9EB6B65-61DB-4216-AABA-97F692022A5B}" dt="2025-07-02T13:22:59.922" v="769" actId="1076"/>
          <ac:picMkLst>
            <pc:docMk/>
            <pc:sldMk cId="2622965382" sldId="417"/>
            <ac:picMk id="32" creationId="{BBC9253A-7DF6-BB9D-1E5D-CD607FCB972C}"/>
          </ac:picMkLst>
        </pc:picChg>
        <pc:picChg chg="del">
          <ac:chgData name="Guilherme Martins" userId="3225c968-56bc-4bc5-8b5a-3417fdcd79ff" providerId="ADAL" clId="{E9EB6B65-61DB-4216-AABA-97F692022A5B}" dt="2025-07-01T23:34:35.074" v="193" actId="478"/>
          <ac:picMkLst>
            <pc:docMk/>
            <pc:sldMk cId="2622965382" sldId="417"/>
            <ac:picMk id="34" creationId="{1BDC67C0-A8D7-0EBA-E670-7E91C57E63E5}"/>
          </ac:picMkLst>
        </pc:picChg>
        <pc:picChg chg="del">
          <ac:chgData name="Guilherme Martins" userId="3225c968-56bc-4bc5-8b5a-3417fdcd79ff" providerId="ADAL" clId="{E9EB6B65-61DB-4216-AABA-97F692022A5B}" dt="2025-07-01T23:34:41.105" v="198" actId="478"/>
          <ac:picMkLst>
            <pc:docMk/>
            <pc:sldMk cId="2622965382" sldId="417"/>
            <ac:picMk id="35" creationId="{5E02B74A-E225-8523-9C03-42F4947FDB58}"/>
          </ac:picMkLst>
        </pc:picChg>
        <pc:picChg chg="add mod">
          <ac:chgData name="Guilherme Martins" userId="3225c968-56bc-4bc5-8b5a-3417fdcd79ff" providerId="ADAL" clId="{E9EB6B65-61DB-4216-AABA-97F692022A5B}" dt="2025-07-01T23:37:19.792" v="273"/>
          <ac:picMkLst>
            <pc:docMk/>
            <pc:sldMk cId="2622965382" sldId="417"/>
            <ac:picMk id="36" creationId="{E503E2A4-0726-C24F-5F59-9597B106251B}"/>
          </ac:picMkLst>
        </pc:picChg>
        <pc:picChg chg="del">
          <ac:chgData name="Guilherme Martins" userId="3225c968-56bc-4bc5-8b5a-3417fdcd79ff" providerId="ADAL" clId="{E9EB6B65-61DB-4216-AABA-97F692022A5B}" dt="2025-07-01T23:34:37.752" v="196" actId="478"/>
          <ac:picMkLst>
            <pc:docMk/>
            <pc:sldMk cId="2622965382" sldId="417"/>
            <ac:picMk id="37" creationId="{6B7364F3-82D2-D8F1-D539-5D0BE61E8B91}"/>
          </ac:picMkLst>
        </pc:picChg>
        <pc:picChg chg="add del mod">
          <ac:chgData name="Guilherme Martins" userId="3225c968-56bc-4bc5-8b5a-3417fdcd79ff" providerId="ADAL" clId="{E9EB6B65-61DB-4216-AABA-97F692022A5B}" dt="2025-07-02T13:22:39.253" v="768" actId="478"/>
          <ac:picMkLst>
            <pc:docMk/>
            <pc:sldMk cId="2622965382" sldId="417"/>
            <ac:picMk id="39" creationId="{4E9BA4B3-8457-6464-BC57-F0BDF79207DF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91DDE-BA6A-4F57-909C-98F49C72955F}" type="datetimeFigureOut">
              <a:rPr lang="en-GB" smtClean="0"/>
              <a:t>21/10/2025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50D33-42BE-4A7B-9A0E-84D31BC6EF4B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455353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30" userDrawn="1">
          <p15:clr>
            <a:srgbClr val="F26B43"/>
          </p15:clr>
        </p15:guide>
        <p15:guide id="2" pos="2143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AC5B1-F58D-4268-BB75-9856A9D794A6}" type="datetimeFigureOut">
              <a:rPr lang="en-GB" smtClean="0"/>
              <a:t>21/10/2025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00C33-90AE-4963-9AD8-3B07939F57E9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9606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30" userDrawn="1">
          <p15:clr>
            <a:srgbClr val="F26B43"/>
          </p15:clr>
        </p15:guide>
        <p15:guide id="2" pos="2143" userDrawn="1">
          <p15:clr>
            <a:srgbClr val="F26B43"/>
          </p15:clr>
        </p15:guide>
      </p15:sldGuideLst>
    </p:ext>
  </p:extLst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reutilizable para el modo Yakult - BR- Relativa. La generación lo excluye de las diapositivas de contenido y lo duplica para cada cobertura Yakult.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3.png"/><Relationship Id="rId6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 1 (gradient)">
    <p:bg>
      <p:bg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71E5967-7F18-5D21-979E-92E1AAF8E6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2225" y="4957200"/>
            <a:ext cx="3521075" cy="1022350"/>
          </a:xfrm>
          <a:prstGeom prst="rect">
            <a:avLst/>
          </a:prstGeom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44A0D5B-5762-6169-CCA5-A972720C768A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083" t="24610" r="10573" b="25244"/>
          <a:stretch>
            <a:fillRect/>
          </a:stretch>
        </p:blipFill>
        <p:spPr>
          <a:xfrm>
            <a:off x="369524" y="518519"/>
            <a:ext cx="2413104" cy="634005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27E58F06-D743-25E5-C441-16EE45E92F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2225" y="2367419"/>
            <a:ext cx="4565650" cy="574517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bg1"/>
                </a:solidFill>
              </a:defRPr>
            </a:lvl1pPr>
            <a:lvl2pPr marL="177800" indent="0">
              <a:buNone/>
              <a:defRPr/>
            </a:lvl2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907C2078-A8A8-13DD-E31C-5753F8CD19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225" y="3023510"/>
            <a:ext cx="4565650" cy="494624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  <a:lvl2pPr marL="177800" indent="0">
              <a:buNone/>
              <a:defRPr/>
            </a:lvl2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73513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920E12C-10AE-1A80-82DF-A6AD2AEC3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ED92EA2-F32D-5756-1C1C-6718F01A1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04834" y="6390000"/>
            <a:ext cx="7020421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637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_w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F1D658D-666C-6EDF-5D51-7C96110EE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97718C80-BC3C-8579-D358-822B5B39DF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72640" y="6390000"/>
            <a:ext cx="695261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7308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 1 (blac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8668B51-867D-F02C-A4C0-DA9EE2611E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375" t="5263" r="57086" b="44062"/>
          <a:stretch>
            <a:fillRect/>
          </a:stretch>
        </p:blipFill>
        <p:spPr>
          <a:xfrm>
            <a:off x="8670926" y="1593264"/>
            <a:ext cx="3521075" cy="525519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B882F3D-E261-194D-D7EE-64C8B8884742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3083" t="24610" r="10573" b="25244"/>
          <a:stretch>
            <a:fillRect/>
          </a:stretch>
        </p:blipFill>
        <p:spPr>
          <a:xfrm>
            <a:off x="371475" y="5639795"/>
            <a:ext cx="2413104" cy="634005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8B0BC088-16E8-552A-DD81-5EEE5623D0A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475" y="3363735"/>
            <a:ext cx="3520800" cy="309125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Name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C7E96F6-24FB-7123-A90E-B0C49DF52C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2644587"/>
            <a:ext cx="3520800" cy="531172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Thank you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55066E0C-EAFA-2CDF-8A72-C8607AAE9FB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3764572"/>
            <a:ext cx="3521075" cy="30912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Email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1525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F1D658D-666C-6EDF-5D51-7C96110EE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97718C80-BC3C-8579-D358-822B5B39DF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72640" y="6390000"/>
            <a:ext cx="695261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6921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tags" Target="../tags/tag2.xml"/><Relationship Id="rId8" Type="http://schemas.openxmlformats.org/officeDocument/2006/relationships/image" Target="../media/image1.png"/><Relationship Id="rId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-1162249" y="-600255"/>
            <a:ext cx="13699530" cy="7053442"/>
            <a:chOff x="-1162249" y="-600255"/>
            <a:chExt cx="13699530" cy="7053442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435011"/>
              <a:ext cx="180000" cy="0"/>
            </a:xfrm>
            <a:prstGeom prst="line">
              <a:avLst/>
            </a:prstGeom>
            <a:ln w="6350">
              <a:solidFill>
                <a:srgbClr val="85FB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256200" y="6202956"/>
              <a:ext cx="180000" cy="0"/>
            </a:xfrm>
            <a:prstGeom prst="line">
              <a:avLst/>
            </a:prstGeom>
            <a:ln w="6350">
              <a:solidFill>
                <a:srgbClr val="85FB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solidFill>
                <a:srgbClr val="85FB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948198"/>
              <a:ext cx="180000" cy="0"/>
            </a:xfrm>
            <a:prstGeom prst="line">
              <a:avLst/>
            </a:prstGeom>
            <a:ln w="6350">
              <a:solidFill>
                <a:srgbClr val="85FB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370900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accent2"/>
                  </a:solidFill>
                </a:rPr>
                <a:t>5.50cm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accent2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709600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accent2"/>
                  </a:solidFill>
                </a:rPr>
                <a:t>7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accent2"/>
                  </a:solidFill>
                </a:rPr>
                <a:t>15.9cm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accent2"/>
                  </a:solidFill>
                </a:rPr>
                <a:t>15.9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71113" y="-265725"/>
              <a:ext cx="0" cy="180000"/>
            </a:xfrm>
            <a:prstGeom prst="line">
              <a:avLst/>
            </a:prstGeom>
            <a:ln w="6350">
              <a:solidFill>
                <a:srgbClr val="85FB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832711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accent2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494011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accent2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accent2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accent2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accent2"/>
                  </a:solidFill>
                </a:rPr>
                <a:t>Middle </a:t>
              </a:r>
              <a:br>
                <a:rPr lang="en-GB" sz="800" dirty="0">
                  <a:solidFill>
                    <a:schemeClr val="accent2"/>
                  </a:solidFill>
                </a:rPr>
              </a:br>
              <a:r>
                <a:rPr lang="en-GB" sz="800" dirty="0">
                  <a:solidFill>
                    <a:schemeClr val="accent2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accent2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accent2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23411" y="-265725"/>
              <a:ext cx="0" cy="180000"/>
            </a:xfrm>
            <a:prstGeom prst="line">
              <a:avLst/>
            </a:prstGeom>
            <a:ln w="6350">
              <a:solidFill>
                <a:srgbClr val="85FB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07734"/>
              <a:ext cx="180000" cy="0"/>
            </a:xfrm>
            <a:prstGeom prst="line">
              <a:avLst/>
            </a:prstGeom>
            <a:ln w="6350">
              <a:solidFill>
                <a:srgbClr val="85FB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386341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accent2"/>
                  </a:solidFill>
                </a:rPr>
                <a:t>8.4cm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09452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accent2"/>
                  </a:solidFill>
                </a:rPr>
                <a:t>Title Top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925CEB6-6DDA-49BF-824C-CFA9D8A07E3F}"/>
                </a:ext>
              </a:extLst>
            </p:cNvPr>
            <p:cNvSpPr txBox="1"/>
            <p:nvPr userDrawn="1"/>
          </p:nvSpPr>
          <p:spPr>
            <a:xfrm>
              <a:off x="-766960" y="6206965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accent2"/>
                  </a:solidFill>
                </a:rPr>
                <a:t>7.70 cm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1658A23-15A2-4406-AF7E-89707B5575E7}"/>
                </a:ext>
              </a:extLst>
            </p:cNvPr>
            <p:cNvSpPr txBox="1"/>
            <p:nvPr userDrawn="1"/>
          </p:nvSpPr>
          <p:spPr>
            <a:xfrm>
              <a:off x="-1162249" y="6330076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accent2"/>
                  </a:solidFill>
                </a:rPr>
                <a:t>Image Bottom</a:t>
              </a:r>
            </a:p>
          </p:txBody>
        </p:sp>
      </p:grp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14C844D-A5F7-B0AD-7C8B-1F71318F6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04834" y="6390000"/>
            <a:ext cx="7020421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1656CA-15D3-5A5B-6F3C-96700B7FC5D1}"/>
              </a:ext>
            </a:extLst>
          </p:cNvPr>
          <p:cNvSpPr/>
          <p:nvPr userDrawn="1"/>
        </p:nvSpPr>
        <p:spPr bwMode="ltGray">
          <a:xfrm>
            <a:off x="1" y="6759575"/>
            <a:ext cx="12191999" cy="98426"/>
          </a:xfrm>
          <a:prstGeom prst="rect">
            <a:avLst/>
          </a:prstGeom>
          <a:gradFill>
            <a:gsLst>
              <a:gs pos="0">
                <a:srgbClr val="00A8B8"/>
              </a:gs>
              <a:gs pos="100000">
                <a:srgbClr val="2EEFEE"/>
              </a:gs>
            </a:gsLst>
            <a:lin ang="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pt-BR" sz="1600" b="0" dirty="0" err="1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ABFA495-BCC8-6635-35CA-D8ABBA82B230}"/>
              </a:ext>
            </a:extLst>
          </p:cNvPr>
          <p:cNvGrpSpPr/>
          <p:nvPr userDrawn="1"/>
        </p:nvGrpSpPr>
        <p:grpSpPr>
          <a:xfrm>
            <a:off x="7081185" y="-600255"/>
            <a:ext cx="3909599" cy="486636"/>
            <a:chOff x="7385834" y="-516819"/>
            <a:chExt cx="3239278" cy="4032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1CD17F3-E8F5-921D-E644-C029462888C3}"/>
                </a:ext>
              </a:extLst>
            </p:cNvPr>
            <p:cNvSpPr/>
            <p:nvPr userDrawn="1"/>
          </p:nvSpPr>
          <p:spPr bwMode="ltGray">
            <a:xfrm>
              <a:off x="7385834" y="-516819"/>
              <a:ext cx="403200" cy="403200"/>
            </a:xfrm>
            <a:prstGeom prst="rect">
              <a:avLst/>
            </a:prstGeom>
            <a:solidFill>
              <a:srgbClr val="00A8B8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pt-BR" sz="1600" b="0" dirty="0" err="1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13ACF41-75CA-857E-487D-0BAFC5BA7A16}"/>
                </a:ext>
              </a:extLst>
            </p:cNvPr>
            <p:cNvSpPr/>
            <p:nvPr userDrawn="1"/>
          </p:nvSpPr>
          <p:spPr bwMode="ltGray">
            <a:xfrm>
              <a:off x="7792427" y="-516819"/>
              <a:ext cx="403200" cy="403200"/>
            </a:xfrm>
            <a:prstGeom prst="rect">
              <a:avLst/>
            </a:prstGeom>
            <a:solidFill>
              <a:srgbClr val="004A5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pt-BR" sz="1600" b="0" dirty="0" err="1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8412259-69D9-1980-5017-42770AA652AD}"/>
                </a:ext>
              </a:extLst>
            </p:cNvPr>
            <p:cNvSpPr/>
            <p:nvPr userDrawn="1"/>
          </p:nvSpPr>
          <p:spPr bwMode="ltGray">
            <a:xfrm>
              <a:off x="8198635" y="-516819"/>
              <a:ext cx="403200" cy="403200"/>
            </a:xfrm>
            <a:prstGeom prst="rect">
              <a:avLst/>
            </a:prstGeom>
            <a:solidFill>
              <a:srgbClr val="FFD61F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pt-BR" sz="1600" b="0" dirty="0" err="1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3AB4767-06A0-40B0-A88A-38CD1B95C499}"/>
                </a:ext>
              </a:extLst>
            </p:cNvPr>
            <p:cNvSpPr/>
            <p:nvPr userDrawn="1"/>
          </p:nvSpPr>
          <p:spPr bwMode="ltGray">
            <a:xfrm>
              <a:off x="8605387" y="-516819"/>
              <a:ext cx="403200" cy="403200"/>
            </a:xfrm>
            <a:prstGeom prst="rect">
              <a:avLst/>
            </a:prstGeom>
            <a:solidFill>
              <a:srgbClr val="2EEF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pt-BR" sz="1600" b="0" dirty="0" err="1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A9AC594-550E-3839-C4F1-75DE455D7605}"/>
                </a:ext>
              </a:extLst>
            </p:cNvPr>
            <p:cNvSpPr/>
            <p:nvPr userDrawn="1"/>
          </p:nvSpPr>
          <p:spPr bwMode="ltGray">
            <a:xfrm>
              <a:off x="9007883" y="-516819"/>
              <a:ext cx="403200" cy="403200"/>
            </a:xfrm>
            <a:prstGeom prst="rect">
              <a:avLst/>
            </a:prstGeom>
            <a:solidFill>
              <a:srgbClr val="0AF0B8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pt-BR" sz="1600" b="0" dirty="0" err="1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D5DC5D5-7532-CB48-3836-53EF3BC39BC0}"/>
                </a:ext>
              </a:extLst>
            </p:cNvPr>
            <p:cNvSpPr/>
            <p:nvPr userDrawn="1"/>
          </p:nvSpPr>
          <p:spPr bwMode="ltGray">
            <a:xfrm>
              <a:off x="9408387" y="-516819"/>
              <a:ext cx="403200" cy="403200"/>
            </a:xfrm>
            <a:prstGeom prst="rect">
              <a:avLst/>
            </a:prstGeom>
            <a:solidFill>
              <a:srgbClr val="F871A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pt-BR" sz="1600" b="0" dirty="0" err="1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E877D7F-AE9C-DF89-EDFE-5AAFF75C12F8}"/>
                </a:ext>
              </a:extLst>
            </p:cNvPr>
            <p:cNvSpPr/>
            <p:nvPr userDrawn="1"/>
          </p:nvSpPr>
          <p:spPr bwMode="ltGray">
            <a:xfrm>
              <a:off x="9818373" y="-516819"/>
              <a:ext cx="403200" cy="403200"/>
            </a:xfrm>
            <a:prstGeom prst="rect">
              <a:avLst/>
            </a:prstGeom>
            <a:solidFill>
              <a:srgbClr val="0179FF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pt-BR" sz="1600" b="0" dirty="0" err="1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4EEF38B-4BA8-FAFF-0835-14FFD23E584C}"/>
                </a:ext>
              </a:extLst>
            </p:cNvPr>
            <p:cNvSpPr/>
            <p:nvPr userDrawn="1"/>
          </p:nvSpPr>
          <p:spPr bwMode="ltGray">
            <a:xfrm>
              <a:off x="10221912" y="-516819"/>
              <a:ext cx="403200" cy="403200"/>
            </a:xfrm>
            <a:prstGeom prst="rect">
              <a:avLst/>
            </a:prstGeom>
            <a:solidFill>
              <a:srgbClr val="FF82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pt-BR" sz="1600" b="0" dirty="0" err="1"/>
            </a:p>
          </p:txBody>
        </p:sp>
      </p:grp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F5A9E870-4B5A-7925-EF8E-35FA096F0A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228872E-0097-252B-BF28-76CB82BFE261}"/>
              </a:ext>
            </a:extLst>
          </p:cNvPr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33184" b="33184"/>
          <a:stretch/>
        </p:blipFill>
        <p:spPr>
          <a:xfrm>
            <a:off x="269875" y="6311809"/>
            <a:ext cx="1460500" cy="36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662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775" r:id="rId2"/>
    <p:sldLayoutId id="2147483897" r:id="rId3"/>
    <p:sldLayoutId id="2147483895" r:id="rId4"/>
    <p:sldLayoutId id="2147483901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1pPr>
      <a:lvl2pPr marL="357188" indent="-17938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tabLst/>
        <a:defRPr sz="16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2pPr>
      <a:lvl3pPr marL="534988" indent="-1778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tabLst/>
        <a:defRPr sz="16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3pPr>
      <a:lvl4pPr marL="758825" indent="-17938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tabLst/>
        <a:defRPr sz="16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4pPr>
      <a:lvl5pPr marL="982663" indent="-17938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tabLst/>
        <a:defRPr sz="16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 userDrawn="1">
          <p15:clr>
            <a:srgbClr val="F26B43"/>
          </p15:clr>
        </p15:guide>
        <p15:guide id="14" pos="7446" userDrawn="1">
          <p15:clr>
            <a:srgbClr val="F26B43"/>
          </p15:clr>
        </p15:guide>
        <p15:guide id="28" orient="horz" pos="913" userDrawn="1">
          <p15:clr>
            <a:srgbClr val="F26B43"/>
          </p15:clr>
        </p15:guide>
        <p15:guide id="29" orient="horz" pos="255" userDrawn="1">
          <p15:clr>
            <a:srgbClr val="F26B43"/>
          </p15:clr>
        </p15:guide>
        <p15:guide id="33" orient="horz" pos="3748" userDrawn="1">
          <p15:clr>
            <a:srgbClr val="F26B43"/>
          </p15:clr>
        </p15:guide>
        <p15:guide id="35" pos="234" userDrawn="1">
          <p15:clr>
            <a:srgbClr val="F26B43"/>
          </p15:clr>
        </p15:guide>
        <p15:guide id="36" pos="3840" userDrawn="1">
          <p15:clr>
            <a:srgbClr val="F26B43"/>
          </p15:clr>
        </p15:guide>
        <p15:guide id="37" pos="3782" userDrawn="1">
          <p15:clr>
            <a:srgbClr val="F26B43"/>
          </p15:clr>
        </p15:guide>
        <p15:guide id="38" pos="3900" userDrawn="1">
          <p15:clr>
            <a:srgbClr val="F26B43"/>
          </p15:clr>
        </p15:guide>
        <p15:guide id="39" orient="horz" pos="390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7.jpeg"/><Relationship Id="rId4" Type="http://schemas.openxmlformats.org/officeDocument/2006/relationships/image" Target="../media/image8.png"/><Relationship Id="rId5" Type="http://schemas.openxmlformats.org/officeDocument/2006/relationships/image" Target="../media/image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3" Type="http://schemas.openxmlformats.org/officeDocument/2006/relationships/image" Target="../media/image10.png"/><Relationship Id="rId4" Type="http://schemas.openxmlformats.org/officeDocument/2006/relationships/image" Target="../media/image1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0.png"/><Relationship Id="rId3" Type="http://schemas.openxmlformats.org/officeDocument/2006/relationships/image" Target="../media/image10.png"/><Relationship Id="rId4" Type="http://schemas.openxmlformats.org/officeDocument/2006/relationships/image" Target="../media/image1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8.png"/><Relationship Id="rId3" Type="http://schemas.openxmlformats.org/officeDocument/2006/relationships/image" Target="../media/image10.png"/><Relationship Id="rId4" Type="http://schemas.openxmlformats.org/officeDocument/2006/relationships/image" Target="../media/image11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7">
            <a:extLst>
              <a:ext uri="{FF2B5EF4-FFF2-40B4-BE49-F238E27FC236}">
                <a16:creationId xmlns:a16="http://schemas.microsoft.com/office/drawing/2014/main" id="{150B6E14-8419-04EB-BAFD-7835340189B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9538"/>
            <a:ext cx="12192000" cy="683892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B9386EA-689E-22B2-2BE8-947F91FDE3C6}"/>
              </a:ext>
            </a:extLst>
          </p:cNvPr>
          <p:cNvSpPr/>
          <p:nvPr/>
        </p:nvSpPr>
        <p:spPr bwMode="ltGray">
          <a:xfrm>
            <a:off x="-102107" y="-67205"/>
            <a:ext cx="12417675" cy="7036415"/>
          </a:xfrm>
          <a:prstGeom prst="rect">
            <a:avLst/>
          </a:prstGeom>
          <a:gradFill flip="none" rotWithShape="1">
            <a:gsLst>
              <a:gs pos="4000">
                <a:srgbClr val="001C20">
                  <a:alpha val="94974"/>
                </a:srgbClr>
              </a:gs>
              <a:gs pos="75000">
                <a:schemeClr val="bg2">
                  <a:alpha val="0"/>
                </a:schemeClr>
              </a:gs>
            </a:gsLst>
            <a:lin ang="12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s-MX" sz="1600" b="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6FFA67-E1CB-B19F-AEB6-1C2A8902AC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2225" y="1229266"/>
            <a:ext cx="4565650" cy="574517"/>
          </a:xfrm>
        </p:spPr>
        <p:txBody>
          <a:bodyPr/>
          <a:lstStyle/>
          <a:p>
            <a:r>
              <a:rPr lang="es-MX" noProof="0" dirty="0"/>
              <a:t>Análisis de Cobertura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2067E55-896D-1F41-2D43-E0E51055B15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2199" b="32199"/>
          <a:stretch/>
        </p:blipFill>
        <p:spPr>
          <a:xfrm>
            <a:off x="198783" y="479498"/>
            <a:ext cx="2669441" cy="712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46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32F71C6-5C1D-473C-22A0-261A016551AD}"/>
              </a:ext>
            </a:extLst>
          </p:cNvPr>
          <p:cNvSpPr txBox="1">
            <a:spLocks/>
          </p:cNvSpPr>
          <p:nvPr/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noProof="0" dirty="0"/>
              <a:t>Objetivo del Análisis de Cobertura: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D278076-07E4-215D-C24D-C6B794BC6A0A}"/>
              </a:ext>
            </a:extLst>
          </p:cNvPr>
          <p:cNvSpPr txBox="1"/>
          <p:nvPr/>
        </p:nvSpPr>
        <p:spPr>
          <a:xfrm>
            <a:off x="1988126" y="1037471"/>
            <a:ext cx="873487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3B414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El nivel de cobertura </a:t>
            </a: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no</a:t>
            </a: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3B414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es un indicador del rendimiento del panel.</a:t>
            </a:r>
            <a:b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3B414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br>
              <a:rPr lang="es-MX" sz="1800" noProof="0" dirty="0">
                <a:solidFill>
                  <a:schemeClr val="tx1"/>
                </a:solidFill>
              </a:rPr>
            </a:br>
            <a:br>
              <a:rPr lang="es-MX" sz="1800" noProof="0" dirty="0">
                <a:solidFill>
                  <a:schemeClr val="tx1"/>
                </a:solidFill>
              </a:rPr>
            </a:b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3B414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Es, ante todo, un indicador del tipo de consumo y comportamiento de una </a:t>
            </a:r>
            <a:r>
              <a:rPr lang="es-MX" b="1" noProof="0" dirty="0">
                <a:solidFill>
                  <a:srgbClr val="3B4145"/>
                </a:solidFill>
                <a:latin typeface="+mj-lt"/>
              </a:rPr>
              <a:t>categoría dentro del hogar.</a:t>
            </a:r>
            <a:br>
              <a:rPr lang="es-MX" sz="1600" b="1" noProof="0" dirty="0">
                <a:latin typeface="+mj-lt"/>
              </a:rPr>
            </a:br>
            <a:endParaRPr lang="es-MX" noProof="0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3728C66-BBF9-3047-6C39-30A0A442C370}"/>
              </a:ext>
            </a:extLst>
          </p:cNvPr>
          <p:cNvSpPr txBox="1">
            <a:spLocks/>
          </p:cNvSpPr>
          <p:nvPr/>
        </p:nvSpPr>
        <p:spPr>
          <a:xfrm>
            <a:off x="360874" y="2430760"/>
            <a:ext cx="11466000" cy="366848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spcBef>
                <a:spcPts val="200"/>
              </a:spcBef>
              <a:buFontTx/>
              <a:buChar char="-"/>
            </a:pPr>
            <a:endParaRPr lang="es-MX" sz="2000" noProof="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 algn="just">
              <a:spcBef>
                <a:spcPts val="200"/>
              </a:spcBef>
              <a:buFontTx/>
              <a:buChar char="-"/>
            </a:pPr>
            <a:r>
              <a:rPr lang="es-MX" sz="2000" noProof="0" dirty="0">
                <a:latin typeface="Arial" panose="020B0604020202020204" pitchFamily="34" charset="0"/>
                <a:ea typeface="Times New Roman" panose="02020603050405020304" pitchFamily="18" charset="0"/>
              </a:rPr>
              <a:t>Mayor y mejor entendimiento del mercado y de las relaciones de consumo, permitiendo alinear las estrategias de venta del cliente con los hábitos de compra de los hogares</a:t>
            </a:r>
          </a:p>
          <a:p>
            <a:pPr marL="285750" indent="-285750" algn="just">
              <a:spcBef>
                <a:spcPts val="200"/>
              </a:spcBef>
              <a:buFontTx/>
              <a:buChar char="-"/>
            </a:pPr>
            <a:endParaRPr lang="es-MX" sz="2000" noProof="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 algn="just">
              <a:spcBef>
                <a:spcPts val="200"/>
              </a:spcBef>
              <a:buFontTx/>
              <a:buChar char="-"/>
            </a:pPr>
            <a:r>
              <a:rPr lang="es-MX" sz="2000" noProof="0" dirty="0">
                <a:latin typeface="Arial" panose="020B0604020202020204" pitchFamily="34" charset="0"/>
                <a:ea typeface="Times New Roman" panose="02020603050405020304" pitchFamily="18" charset="0"/>
              </a:rPr>
              <a:t>Encontrar oportunidades de mejora en nuestro servicio y posicionarlo como aporte de valor para el cliente</a:t>
            </a:r>
          </a:p>
          <a:p>
            <a:pPr marL="285750" indent="-285750" algn="just">
              <a:spcBef>
                <a:spcPts val="200"/>
              </a:spcBef>
              <a:buFontTx/>
              <a:buChar char="-"/>
            </a:pPr>
            <a:endParaRPr lang="es-MX" sz="2000" noProof="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 algn="just">
              <a:spcBef>
                <a:spcPts val="200"/>
              </a:spcBef>
              <a:buFontTx/>
              <a:buChar char="-"/>
            </a:pPr>
            <a:r>
              <a:rPr lang="es-MX" sz="2000" noProof="0" dirty="0">
                <a:latin typeface="Arial" panose="020B0604020202020204" pitchFamily="34" charset="0"/>
                <a:ea typeface="Times New Roman" panose="02020603050405020304" pitchFamily="18" charset="0"/>
              </a:rPr>
              <a:t>Estimar el pipeline del fabricante/marca/segmento</a:t>
            </a:r>
          </a:p>
          <a:p>
            <a:pPr marL="285750" indent="-285750" algn="just">
              <a:spcBef>
                <a:spcPts val="200"/>
              </a:spcBef>
              <a:buFontTx/>
              <a:buChar char="-"/>
            </a:pPr>
            <a:endParaRPr lang="es-MX" sz="2000" noProof="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 algn="just">
              <a:spcBef>
                <a:spcPts val="200"/>
              </a:spcBef>
              <a:buFontTx/>
              <a:buChar char="-"/>
            </a:pPr>
            <a:r>
              <a:rPr lang="es-MX" sz="2000" noProof="0" dirty="0">
                <a:latin typeface="Arial" panose="020B0604020202020204" pitchFamily="34" charset="0"/>
                <a:ea typeface="Times New Roman" panose="02020603050405020304" pitchFamily="18" charset="0"/>
              </a:rPr>
              <a:t>Validar</a:t>
            </a:r>
            <a:r>
              <a:rPr lang="es-MX" sz="2000" noProof="0" dirty="0">
                <a:latin typeface="Arial" panose="020B06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tendencias</a:t>
            </a:r>
            <a:r>
              <a:rPr lang="es-MX" sz="2000" noProof="0" dirty="0">
                <a:cs typeface="Calibri" panose="020F0502020204030204" pitchFamily="34" charset="0"/>
              </a:rPr>
              <a:t> y variaciones contrarias de corto a largo plazo</a:t>
            </a:r>
            <a:endParaRPr lang="es-MX" sz="1800" noProof="0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566541-BBD1-A996-17CA-1BF9CF341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/>
              <a:t>| </a:t>
            </a:r>
            <a:fld id="{4034BEE3-566C-4068-A777-C3A4762E861B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1791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71449-9355-C38A-52EB-E6B55C3F5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88E89576-245B-5261-0318-79A269BCD87D}"/>
              </a:ext>
            </a:extLst>
          </p:cNvPr>
          <p:cNvSpPr txBox="1">
            <a:spLocks/>
          </p:cNvSpPr>
          <p:nvPr/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noProof="0" dirty="0"/>
              <a:t>Cobertura: Definición y Cálculo</a:t>
            </a:r>
          </a:p>
        </p:txBody>
      </p:sp>
      <p:sp>
        <p:nvSpPr>
          <p:cNvPr id="7" name="Marcador de texto 8">
            <a:extLst>
              <a:ext uri="{FF2B5EF4-FFF2-40B4-BE49-F238E27FC236}">
                <a16:creationId xmlns:a16="http://schemas.microsoft.com/office/drawing/2014/main" id="{28DC4A99-00B8-2391-7FBB-8A964FD5BDED}"/>
              </a:ext>
            </a:extLst>
          </p:cNvPr>
          <p:cNvSpPr txBox="1">
            <a:spLocks/>
          </p:cNvSpPr>
          <p:nvPr/>
        </p:nvSpPr>
        <p:spPr>
          <a:xfrm>
            <a:off x="360363" y="910799"/>
            <a:ext cx="11466512" cy="75205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sz="1800" noProof="0" dirty="0"/>
              <a:t>Relación entre el tamaño de mercado colectado (nuestras compras) y el VOLUMEN TOTAL DE PRODUCTO que es distribuido por un fabricante en ese mercado.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Marcador de texto 4">
                <a:extLst>
                  <a:ext uri="{FF2B5EF4-FFF2-40B4-BE49-F238E27FC236}">
                    <a16:creationId xmlns:a16="http://schemas.microsoft.com/office/drawing/2014/main" id="{A05990E3-3E32-8FA4-64A3-29C6DC3351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57372" y="1877983"/>
                <a:ext cx="5626800" cy="752052"/>
              </a:xfrm>
              <a:prstGeom prst="rect">
                <a:avLst/>
              </a:prstGeom>
              <a:solidFill>
                <a:srgbClr val="77C9D0"/>
              </a:solidFill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57188" indent="-179388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tabLst/>
                  <a:defRPr sz="16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34988" indent="-1778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tabLst/>
                  <a:defRPr sz="16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58825" indent="-179388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tabLst/>
                  <a:defRPr sz="16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82663" indent="-179388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tabLst/>
                  <a:defRPr sz="16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1" i="1" noProof="0" smtClean="0">
                          <a:latin typeface="Cambria Math" panose="02040503050406030204" pitchFamily="18" charset="0"/>
                        </a:rPr>
                        <m:t>𝑪𝒐𝒃𝒆𝒓𝒕𝒖𝒓𝒂</m:t>
                      </m:r>
                      <m:r>
                        <a:rPr lang="es-MX" sz="1800" b="1" i="1" noProof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s-MX" sz="1800" b="1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800" b="1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𝑪𝒐𝒎𝒑𝒓𝒂𝒔</m:t>
                          </m:r>
                        </m:num>
                        <m:den>
                          <m:r>
                            <a:rPr lang="es-MX" sz="1800" b="1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𝑽𝒆𝒏𝒕𝒂𝒔</m:t>
                          </m:r>
                          <m:r>
                            <a:rPr lang="es-MX" sz="1800" b="1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s-MX" sz="1800" b="1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𝒄𝒍𝒊𝒆𝒏𝒕𝒆</m:t>
                          </m:r>
                          <m:r>
                            <a:rPr lang="es-MX" sz="1800" b="1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es-MX" sz="1800" b="1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𝑺𝒉𝒊𝒑𝒎𝒆𝒏𝒕𝒔</m:t>
                          </m:r>
                        </m:den>
                      </m:f>
                    </m:oMath>
                  </m:oMathPara>
                </a14:m>
                <a:endParaRPr lang="es-MX" sz="1800" noProof="0" dirty="0"/>
              </a:p>
            </p:txBody>
          </p:sp>
        </mc:Choice>
        <mc:Fallback xmlns="">
          <p:sp>
            <p:nvSpPr>
              <p:cNvPr id="8" name="Marcador de texto 4">
                <a:extLst>
                  <a:ext uri="{FF2B5EF4-FFF2-40B4-BE49-F238E27FC236}">
                    <a16:creationId xmlns:a16="http://schemas.microsoft.com/office/drawing/2014/main" id="{A05990E3-3E32-8FA4-64A3-29C6DC335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7372" y="1877983"/>
                <a:ext cx="5626800" cy="7520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D8D3B080-0CE7-A7EB-181F-233E5CD63FD9}"/>
              </a:ext>
            </a:extLst>
          </p:cNvPr>
          <p:cNvGrpSpPr/>
          <p:nvPr/>
        </p:nvGrpSpPr>
        <p:grpSpPr>
          <a:xfrm>
            <a:off x="3158072" y="3652839"/>
            <a:ext cx="5626100" cy="1150254"/>
            <a:chOff x="0" y="0"/>
            <a:chExt cx="5626100" cy="1150254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978AD79B-4208-3575-4BFA-9287384C292E}"/>
                </a:ext>
              </a:extLst>
            </p:cNvPr>
            <p:cNvSpPr/>
            <p:nvPr/>
          </p:nvSpPr>
          <p:spPr>
            <a:xfrm>
              <a:off x="0" y="0"/>
              <a:ext cx="5626100" cy="115025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MX" noProof="0" dirty="0"/>
            </a:p>
          </p:txBody>
        </p:sp>
        <p:sp>
          <p:nvSpPr>
            <p:cNvPr id="15" name="Rectangle: Rounded Corners 4">
              <a:extLst>
                <a:ext uri="{FF2B5EF4-FFF2-40B4-BE49-F238E27FC236}">
                  <a16:creationId xmlns:a16="http://schemas.microsoft.com/office/drawing/2014/main" id="{A7F30DF8-8B8D-FA49-8620-8450EBEAD206}"/>
                </a:ext>
              </a:extLst>
            </p:cNvPr>
            <p:cNvSpPr txBox="1"/>
            <p:nvPr/>
          </p:nvSpPr>
          <p:spPr>
            <a:xfrm>
              <a:off x="1240245" y="0"/>
              <a:ext cx="4385854" cy="115025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t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900" kern="1200" noProof="0" dirty="0"/>
                <a:t>En volumen – mismas unidades</a:t>
              </a:r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MX" sz="1500" kern="1200" noProof="0" dirty="0"/>
                <a:t>kilos, litros, </a:t>
              </a:r>
              <a:r>
                <a:rPr lang="es-MX" sz="1500" kern="1200" noProof="0" dirty="0" err="1"/>
                <a:t>stat</a:t>
              </a:r>
              <a:r>
                <a:rPr lang="es-MX" sz="1500" kern="1200" noProof="0" dirty="0"/>
                <a:t> </a:t>
              </a:r>
              <a:r>
                <a:rPr lang="es-MX" sz="1500" kern="1200" noProof="0" dirty="0" err="1"/>
                <a:t>units</a:t>
              </a:r>
              <a:endParaRPr lang="es-MX" sz="1500" kern="1200" noProof="0" dirty="0"/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750B5E6-307C-8BEA-2F78-4428B36C35CA}"/>
              </a:ext>
            </a:extLst>
          </p:cNvPr>
          <p:cNvSpPr/>
          <p:nvPr/>
        </p:nvSpPr>
        <p:spPr>
          <a:xfrm>
            <a:off x="3215585" y="3767864"/>
            <a:ext cx="1125220" cy="920203"/>
          </a:xfrm>
          <a:prstGeom prst="roundRect">
            <a:avLst>
              <a:gd name="adj" fmla="val 10000"/>
            </a:avLst>
          </a:prstGeom>
          <a:blipFill rotWithShape="1">
            <a:blip r:embed="rId3"/>
            <a:srcRect/>
            <a:stretch>
              <a:fillRect t="-11000" b="-11000"/>
            </a:stretch>
          </a:blipFill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dk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s-MX" noProof="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A4534C3-27C3-62B3-1237-DA0A8D34C54B}"/>
              </a:ext>
            </a:extLst>
          </p:cNvPr>
          <p:cNvGrpSpPr/>
          <p:nvPr/>
        </p:nvGrpSpPr>
        <p:grpSpPr>
          <a:xfrm>
            <a:off x="3158072" y="4873829"/>
            <a:ext cx="5626100" cy="1150254"/>
            <a:chOff x="0" y="1265869"/>
            <a:chExt cx="5626100" cy="1150254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8A20A9E9-C287-9E94-BE3F-E67294777591}"/>
                </a:ext>
              </a:extLst>
            </p:cNvPr>
            <p:cNvSpPr/>
            <p:nvPr/>
          </p:nvSpPr>
          <p:spPr>
            <a:xfrm>
              <a:off x="0" y="1265869"/>
              <a:ext cx="5626100" cy="115025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MX" noProof="0" dirty="0"/>
            </a:p>
          </p:txBody>
        </p:sp>
        <p:sp>
          <p:nvSpPr>
            <p:cNvPr id="19" name="Rectangle: Rounded Corners 4">
              <a:extLst>
                <a:ext uri="{FF2B5EF4-FFF2-40B4-BE49-F238E27FC236}">
                  <a16:creationId xmlns:a16="http://schemas.microsoft.com/office/drawing/2014/main" id="{4386FE9D-02A7-53EA-78AC-B23A90330F55}"/>
                </a:ext>
              </a:extLst>
            </p:cNvPr>
            <p:cNvSpPr txBox="1"/>
            <p:nvPr/>
          </p:nvSpPr>
          <p:spPr>
            <a:xfrm>
              <a:off x="1240245" y="1265869"/>
              <a:ext cx="4385854" cy="115025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t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900" kern="1200" noProof="0" dirty="0"/>
                <a:t>En años móviles</a:t>
              </a:r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MX" sz="1500" kern="1200" noProof="0" dirty="0"/>
                <a:t>Para entender en el largo plazo los efectos generales de:</a:t>
              </a:r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MX" sz="1500" kern="1200" noProof="0" dirty="0"/>
                <a:t>Estacionalidades, campañas de venta, pipeline</a:t>
              </a: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876479F-C6A5-A9EE-FB3A-B5FBAF6D09E3}"/>
              </a:ext>
            </a:extLst>
          </p:cNvPr>
          <p:cNvSpPr/>
          <p:nvPr/>
        </p:nvSpPr>
        <p:spPr>
          <a:xfrm>
            <a:off x="3215585" y="4918118"/>
            <a:ext cx="1125220" cy="920203"/>
          </a:xfrm>
          <a:prstGeom prst="roundRect">
            <a:avLst>
              <a:gd name="adj" fmla="val 10000"/>
            </a:avLst>
          </a:prstGeom>
          <a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dk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s-MX" noProof="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C767F51-BE9C-B964-0BB1-C8F363414F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/>
              <a:t>| </a:t>
            </a:r>
            <a:fld id="{4034BEE3-566C-4068-A777-C3A4762E861B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4467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595A5-5224-EEF8-3989-8D22D261F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C9A6680-243D-21CB-D48C-DAA35D705D1B}"/>
              </a:ext>
            </a:extLst>
          </p:cNvPr>
          <p:cNvSpPr txBox="1">
            <a:spLocks/>
          </p:cNvSpPr>
          <p:nvPr/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noProof="0" dirty="0"/>
              <a:t>Pipeline: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CB57F0E-7F25-2F44-751F-603B09507E8B}"/>
              </a:ext>
            </a:extLst>
          </p:cNvPr>
          <p:cNvSpPr txBox="1">
            <a:spLocks/>
          </p:cNvSpPr>
          <p:nvPr/>
        </p:nvSpPr>
        <p:spPr>
          <a:xfrm>
            <a:off x="360363" y="910800"/>
            <a:ext cx="11466000" cy="396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noProof="0" dirty="0"/>
              <a:t>Tiempo en meses entre la venta del fabricante y el momento de compra del hogar</a:t>
            </a:r>
          </a:p>
          <a:p>
            <a:r>
              <a:rPr lang="es-MX" noProof="0" dirty="0"/>
              <a:t>Se inicia con mínimo de un mes por el tiempo entre la venta y el surtido /  disponibilidad en punto de venta.</a:t>
            </a:r>
          </a:p>
        </p:txBody>
      </p:sp>
      <p:sp>
        <p:nvSpPr>
          <p:cNvPr id="6" name="Marcador de contenido 50">
            <a:extLst>
              <a:ext uri="{FF2B5EF4-FFF2-40B4-BE49-F238E27FC236}">
                <a16:creationId xmlns:a16="http://schemas.microsoft.com/office/drawing/2014/main" id="{CA636E05-5733-A971-9780-C848DB3F6AF2}"/>
              </a:ext>
            </a:extLst>
          </p:cNvPr>
          <p:cNvSpPr txBox="1">
            <a:spLocks/>
          </p:cNvSpPr>
          <p:nvPr/>
        </p:nvSpPr>
        <p:spPr>
          <a:xfrm>
            <a:off x="8320854" y="1852387"/>
            <a:ext cx="3361111" cy="26161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sz="1200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Factores a considerar:</a:t>
            </a:r>
          </a:p>
          <a:p>
            <a:pPr marL="228600" indent="-228600" algn="just">
              <a:buFont typeface="Arial" panose="020B0604020202020204" pitchFamily="34" charset="0"/>
              <a:buAutoNum type="arabicPeriod"/>
            </a:pPr>
            <a:r>
              <a:rPr lang="es-MX" sz="1200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Vida útil del producto: pipeline más corto en productos frescos / alta rotación.</a:t>
            </a:r>
          </a:p>
          <a:p>
            <a:pPr marL="228600" indent="-228600" algn="just">
              <a:buFont typeface="Arial" panose="020B0604020202020204" pitchFamily="34" charset="0"/>
              <a:buAutoNum type="arabicPeriod"/>
            </a:pPr>
            <a:r>
              <a:rPr lang="es-MX" sz="1200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Cadena de distribución: distribución directa vs indirecta.</a:t>
            </a:r>
          </a:p>
          <a:p>
            <a:pPr marL="228600" indent="-228600" algn="just">
              <a:buFont typeface="Arial" panose="020B0604020202020204" pitchFamily="34" charset="0"/>
              <a:buAutoNum type="arabicPeriod"/>
            </a:pPr>
            <a:r>
              <a:rPr lang="es-MX" sz="1200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Geografía: Tiempos de traslado.</a:t>
            </a:r>
          </a:p>
          <a:p>
            <a:pPr marL="228600" indent="-228600" algn="just">
              <a:buFont typeface="Arial" panose="020B0604020202020204" pitchFamily="34" charset="0"/>
              <a:buAutoNum type="arabicPeriod"/>
            </a:pPr>
            <a:r>
              <a:rPr lang="es-MX" sz="1200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Factores de mercado: previsión de aumento de precios.</a:t>
            </a:r>
          </a:p>
          <a:p>
            <a:pPr marL="228600" indent="-228600" algn="just">
              <a:buFont typeface="Arial" panose="020B0604020202020204" pitchFamily="34" charset="0"/>
              <a:buAutoNum type="arabicPeriod"/>
            </a:pPr>
            <a:r>
              <a:rPr lang="es-MX" sz="1200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Acciones comerciales: campañas de ventas de la empresa/ cierres de año calendario.</a:t>
            </a:r>
          </a:p>
        </p:txBody>
      </p:sp>
      <p:sp>
        <p:nvSpPr>
          <p:cNvPr id="9" name="CuadroTexto 5">
            <a:extLst>
              <a:ext uri="{FF2B5EF4-FFF2-40B4-BE49-F238E27FC236}">
                <a16:creationId xmlns:a16="http://schemas.microsoft.com/office/drawing/2014/main" id="{0FE7F32B-143D-DFB3-F8D4-A3CE2D607B29}"/>
              </a:ext>
            </a:extLst>
          </p:cNvPr>
          <p:cNvSpPr txBox="1"/>
          <p:nvPr/>
        </p:nvSpPr>
        <p:spPr>
          <a:xfrm>
            <a:off x="8234721" y="4667133"/>
            <a:ext cx="3824119" cy="1569660"/>
          </a:xfrm>
          <a:prstGeom prst="rect">
            <a:avLst/>
          </a:prstGeom>
          <a:gradFill>
            <a:gsLst>
              <a:gs pos="0">
                <a:srgbClr val="2EEFEF"/>
              </a:gs>
              <a:gs pos="100000">
                <a:srgbClr val="0CF0B8"/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MX" sz="1200" b="1" noProof="0" dirty="0"/>
              <a:t>El pipeline se ve altamente impactado por las variaciones en los </a:t>
            </a:r>
            <a:r>
              <a:rPr lang="es-MX" sz="1200" b="1" noProof="0" dirty="0" err="1"/>
              <a:t>shipments</a:t>
            </a:r>
            <a:r>
              <a:rPr lang="es-MX" sz="1200" b="1" noProof="0" dirty="0"/>
              <a:t> del cliente</a:t>
            </a:r>
          </a:p>
          <a:p>
            <a:endParaRPr lang="es-MX" sz="1200" b="1" noProof="0" dirty="0"/>
          </a:p>
          <a:p>
            <a:r>
              <a:rPr lang="es-MX" sz="1200" b="1" noProof="0" dirty="0"/>
              <a:t>Si las ventas del cliente crecen más allá de la tendencia anterior, el pipeline </a:t>
            </a:r>
            <a:r>
              <a:rPr lang="es-MX" sz="1200" b="1" u="sng" noProof="0" dirty="0"/>
              <a:t>tiende</a:t>
            </a:r>
            <a:r>
              <a:rPr lang="es-MX" sz="1200" b="1" noProof="0" dirty="0"/>
              <a:t> aumenta; y, si las ventas del cliente disminuyen, también </a:t>
            </a:r>
            <a:r>
              <a:rPr lang="es-MX" sz="1200" b="1" u="sng" noProof="0" dirty="0"/>
              <a:t>tiende</a:t>
            </a:r>
            <a:r>
              <a:rPr lang="es-MX" sz="1200" b="1" noProof="0" dirty="0"/>
              <a:t> a se producir un acortamiento en el pipeline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9C2FD5-53D0-9851-04FB-701718304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99" y="1742706"/>
            <a:ext cx="7668722" cy="4489928"/>
          </a:xfrm>
          <a:prstGeom prst="rect">
            <a:avLst/>
          </a:prstGeom>
        </p:spPr>
      </p:pic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9735BA2-7F0A-0D0D-7982-269E534D54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/>
              <a:t>| </a:t>
            </a:r>
            <a:fld id="{4034BEE3-566C-4068-A777-C3A4762E861B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23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DADC0-093A-8457-7B32-45C0EE0B8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32">
            <a:extLst>
              <a:ext uri="{FF2B5EF4-FFF2-40B4-BE49-F238E27FC236}">
                <a16:creationId xmlns:a16="http://schemas.microsoft.com/office/drawing/2014/main" id="{C0AEDF47-6308-6499-682C-4B607C8A5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809" y="2749316"/>
            <a:ext cx="6674697" cy="3286196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E72E244B-12B9-388B-2C1E-108484C6B772}"/>
              </a:ext>
            </a:extLst>
          </p:cNvPr>
          <p:cNvSpPr txBox="1">
            <a:spLocks/>
          </p:cNvSpPr>
          <p:nvPr/>
        </p:nvSpPr>
        <p:spPr>
          <a:xfrm>
            <a:off x="360000" y="194136"/>
            <a:ext cx="11605021" cy="403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noProof="0" dirty="0"/>
              <a:t>Marco estadístico: Relación entre penetración y variabilidad de los resultados 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AF4C686-F8F3-B0E0-B6D5-49F1D091BE43}"/>
              </a:ext>
            </a:extLst>
          </p:cNvPr>
          <p:cNvSpPr txBox="1">
            <a:spLocks/>
          </p:cNvSpPr>
          <p:nvPr/>
        </p:nvSpPr>
        <p:spPr>
          <a:xfrm>
            <a:off x="280779" y="850375"/>
            <a:ext cx="11477331" cy="59814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b="1" noProof="0" dirty="0"/>
              <a:t>Penetración</a:t>
            </a:r>
            <a:r>
              <a:rPr lang="es-MX" noProof="0" dirty="0"/>
              <a:t>: Porcentaje de hogares que realizaron por lo menos </a:t>
            </a:r>
            <a:r>
              <a:rPr lang="es-MX" b="1" noProof="0" dirty="0"/>
              <a:t>UN acto de compra </a:t>
            </a:r>
            <a:r>
              <a:rPr lang="es-MX" noProof="0" dirty="0"/>
              <a:t>de la categoría/ marca/ canal/ cadena/ segmento en el período seleccionado.</a:t>
            </a:r>
          </a:p>
          <a:p>
            <a:r>
              <a:rPr lang="es-MX" noProof="0" dirty="0"/>
              <a:t> </a:t>
            </a:r>
            <a:endParaRPr lang="es-MX" noProof="0" dirty="0">
              <a:highlight>
                <a:srgbClr val="FFFF00"/>
              </a:highlight>
            </a:endParaRPr>
          </a:p>
        </p:txBody>
      </p:sp>
      <p:pic>
        <p:nvPicPr>
          <p:cNvPr id="8" name="Imagen 19">
            <a:extLst>
              <a:ext uri="{FF2B5EF4-FFF2-40B4-BE49-F238E27FC236}">
                <a16:creationId xmlns:a16="http://schemas.microsoft.com/office/drawing/2014/main" id="{F570EC57-2506-16AC-4745-0115E53EF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3803" y="3312438"/>
            <a:ext cx="3360867" cy="1213647"/>
          </a:xfrm>
          <a:prstGeom prst="rect">
            <a:avLst/>
          </a:prstGeom>
        </p:spPr>
      </p:pic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B63B86A-1052-76B0-47C0-558B39317BDD}"/>
              </a:ext>
            </a:extLst>
          </p:cNvPr>
          <p:cNvSpPr txBox="1">
            <a:spLocks/>
          </p:cNvSpPr>
          <p:nvPr/>
        </p:nvSpPr>
        <p:spPr>
          <a:xfrm>
            <a:off x="332743" y="2458088"/>
            <a:ext cx="2671066" cy="22403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noProof="0" dirty="0"/>
              <a:t>Las marcas / categorías con niveles de penetración más pequeños tienen un margen de error estándar más alto. </a:t>
            </a:r>
            <a:br>
              <a:rPr lang="es-MX" noProof="0" dirty="0"/>
            </a:br>
            <a:br>
              <a:rPr lang="es-MX" noProof="0" dirty="0"/>
            </a:br>
            <a:r>
              <a:rPr lang="es-MX" noProof="0" dirty="0"/>
              <a:t>Es decir, la precisión es menor para penetraciones pequeñas (tamaño de muestra menor)</a:t>
            </a:r>
          </a:p>
        </p:txBody>
      </p:sp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44E12375-5A5F-FFCA-9F69-89C3BF9BBD77}"/>
              </a:ext>
            </a:extLst>
          </p:cNvPr>
          <p:cNvSpPr txBox="1">
            <a:spLocks/>
          </p:cNvSpPr>
          <p:nvPr/>
        </p:nvSpPr>
        <p:spPr>
          <a:xfrm>
            <a:off x="10145948" y="5836003"/>
            <a:ext cx="1891331" cy="55399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 noProof="0" dirty="0"/>
              <a:t>*Penetraciones como promedio mensual de los últimos 12 meses</a:t>
            </a:r>
          </a:p>
        </p:txBody>
      </p:sp>
      <p:grpSp>
        <p:nvGrpSpPr>
          <p:cNvPr id="14" name="Grupo 26">
            <a:extLst>
              <a:ext uri="{FF2B5EF4-FFF2-40B4-BE49-F238E27FC236}">
                <a16:creationId xmlns:a16="http://schemas.microsoft.com/office/drawing/2014/main" id="{94CE32FE-1220-DA29-6011-D00A4671FC1C}"/>
              </a:ext>
            </a:extLst>
          </p:cNvPr>
          <p:cNvGrpSpPr/>
          <p:nvPr/>
        </p:nvGrpSpPr>
        <p:grpSpPr>
          <a:xfrm>
            <a:off x="3793030" y="2163156"/>
            <a:ext cx="1193268" cy="4315466"/>
            <a:chOff x="2034812" y="990409"/>
            <a:chExt cx="1392643" cy="4482124"/>
          </a:xfrm>
        </p:grpSpPr>
        <p:sp>
          <p:nvSpPr>
            <p:cNvPr id="15" name="CuadroTexto 27">
              <a:extLst>
                <a:ext uri="{FF2B5EF4-FFF2-40B4-BE49-F238E27FC236}">
                  <a16:creationId xmlns:a16="http://schemas.microsoft.com/office/drawing/2014/main" id="{1C3D3803-ACA8-47F5-25BF-021B001249D9}"/>
                </a:ext>
              </a:extLst>
            </p:cNvPr>
            <p:cNvSpPr txBox="1"/>
            <p:nvPr/>
          </p:nvSpPr>
          <p:spPr>
            <a:xfrm>
              <a:off x="2518491" y="990409"/>
              <a:ext cx="7419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sz="900" noProof="0" dirty="0">
                  <a:highlight>
                    <a:srgbClr val="FFFFFF"/>
                  </a:highlight>
                </a:rPr>
                <a:t>16 </a:t>
              </a:r>
              <a:r>
                <a:rPr lang="es-MX" sz="900" noProof="0" dirty="0" err="1">
                  <a:highlight>
                    <a:srgbClr val="FFFFFF"/>
                  </a:highlight>
                </a:rPr>
                <a:t>pix</a:t>
              </a:r>
              <a:endParaRPr lang="es-MX" sz="900" noProof="0" dirty="0"/>
            </a:p>
          </p:txBody>
        </p:sp>
        <p:grpSp>
          <p:nvGrpSpPr>
            <p:cNvPr id="16" name="Grupo 28">
              <a:extLst>
                <a:ext uri="{FF2B5EF4-FFF2-40B4-BE49-F238E27FC236}">
                  <a16:creationId xmlns:a16="http://schemas.microsoft.com/office/drawing/2014/main" id="{70338E25-521B-3F2E-6078-1BDB15BB38EB}"/>
                </a:ext>
              </a:extLst>
            </p:cNvPr>
            <p:cNvGrpSpPr/>
            <p:nvPr/>
          </p:nvGrpSpPr>
          <p:grpSpPr>
            <a:xfrm>
              <a:off x="2034813" y="2421332"/>
              <a:ext cx="1392644" cy="3051212"/>
              <a:chOff x="1695450" y="2421332"/>
              <a:chExt cx="1392644" cy="3051212"/>
            </a:xfrm>
          </p:grpSpPr>
          <p:sp>
            <p:nvSpPr>
              <p:cNvPr id="18" name="CuadroTexto 30">
                <a:extLst>
                  <a:ext uri="{FF2B5EF4-FFF2-40B4-BE49-F238E27FC236}">
                    <a16:creationId xmlns:a16="http://schemas.microsoft.com/office/drawing/2014/main" id="{7F272577-02C1-F824-330D-2C50E1B5BDD6}"/>
                  </a:ext>
                </a:extLst>
              </p:cNvPr>
              <p:cNvSpPr txBox="1"/>
              <p:nvPr/>
            </p:nvSpPr>
            <p:spPr>
              <a:xfrm>
                <a:off x="1695450" y="5026601"/>
                <a:ext cx="1392644" cy="4459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s-MX" sz="1200" noProof="0" dirty="0">
                    <a:highlight>
                      <a:srgbClr val="FFFFFF"/>
                    </a:highlight>
                  </a:rPr>
                  <a:t>Marcas de baja penetración</a:t>
                </a:r>
              </a:p>
            </p:txBody>
          </p:sp>
          <p:cxnSp>
            <p:nvCxnSpPr>
              <p:cNvPr id="19" name="Conector recto 31">
                <a:extLst>
                  <a:ext uri="{FF2B5EF4-FFF2-40B4-BE49-F238E27FC236}">
                    <a16:creationId xmlns:a16="http://schemas.microsoft.com/office/drawing/2014/main" id="{10479E59-8B52-0C93-BD11-DF7E1B9ED6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0086" y="2421332"/>
                <a:ext cx="0" cy="2630221"/>
              </a:xfrm>
              <a:prstGeom prst="line">
                <a:avLst/>
              </a:prstGeom>
              <a:ln w="28575">
                <a:solidFill>
                  <a:srgbClr val="C00000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" name="Grupo 20">
            <a:extLst>
              <a:ext uri="{FF2B5EF4-FFF2-40B4-BE49-F238E27FC236}">
                <a16:creationId xmlns:a16="http://schemas.microsoft.com/office/drawing/2014/main" id="{F879BA72-4D24-F998-1FE3-1A7C6930640C}"/>
              </a:ext>
            </a:extLst>
          </p:cNvPr>
          <p:cNvGrpSpPr/>
          <p:nvPr/>
        </p:nvGrpSpPr>
        <p:grpSpPr>
          <a:xfrm>
            <a:off x="5297768" y="2163154"/>
            <a:ext cx="1591338" cy="4255439"/>
            <a:chOff x="3251971" y="964989"/>
            <a:chExt cx="1857226" cy="5138155"/>
          </a:xfrm>
        </p:grpSpPr>
        <p:grpSp>
          <p:nvGrpSpPr>
            <p:cNvPr id="21" name="Grupo 21">
              <a:extLst>
                <a:ext uri="{FF2B5EF4-FFF2-40B4-BE49-F238E27FC236}">
                  <a16:creationId xmlns:a16="http://schemas.microsoft.com/office/drawing/2014/main" id="{9CFE2538-D552-5228-24A9-76A831A08DAE}"/>
                </a:ext>
              </a:extLst>
            </p:cNvPr>
            <p:cNvGrpSpPr/>
            <p:nvPr/>
          </p:nvGrpSpPr>
          <p:grpSpPr>
            <a:xfrm>
              <a:off x="3251971" y="2539517"/>
              <a:ext cx="1857226" cy="3563627"/>
              <a:chOff x="2997451" y="2614933"/>
              <a:chExt cx="1857226" cy="3563627"/>
            </a:xfrm>
          </p:grpSpPr>
          <p:cxnSp>
            <p:nvCxnSpPr>
              <p:cNvPr id="24" name="Conector recto 24">
                <a:extLst>
                  <a:ext uri="{FF2B5EF4-FFF2-40B4-BE49-F238E27FC236}">
                    <a16:creationId xmlns:a16="http://schemas.microsoft.com/office/drawing/2014/main" id="{833BEE9D-FAA5-0BBC-0A11-E1C0CF206A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6043" y="2614933"/>
                <a:ext cx="0" cy="2982833"/>
              </a:xfrm>
              <a:prstGeom prst="line">
                <a:avLst/>
              </a:prstGeom>
              <a:ln w="28575">
                <a:solidFill>
                  <a:srgbClr val="C00000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CuadroTexto 25">
                <a:extLst>
                  <a:ext uri="{FF2B5EF4-FFF2-40B4-BE49-F238E27FC236}">
                    <a16:creationId xmlns:a16="http://schemas.microsoft.com/office/drawing/2014/main" id="{A64F34E0-0081-5E72-2ACE-8582FCDD4E1C}"/>
                  </a:ext>
                </a:extLst>
              </p:cNvPr>
              <p:cNvSpPr txBox="1"/>
              <p:nvPr/>
            </p:nvSpPr>
            <p:spPr>
              <a:xfrm>
                <a:off x="2997451" y="5732617"/>
                <a:ext cx="1857226" cy="4459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s-MX" sz="1200" noProof="0" dirty="0">
                    <a:highlight>
                      <a:srgbClr val="FFFFFF"/>
                    </a:highlight>
                  </a:rPr>
                  <a:t>Marcas de mediana penetración</a:t>
                </a:r>
              </a:p>
            </p:txBody>
          </p:sp>
        </p:grpSp>
        <p:sp>
          <p:nvSpPr>
            <p:cNvPr id="23" name="CuadroTexto 23">
              <a:extLst>
                <a:ext uri="{FF2B5EF4-FFF2-40B4-BE49-F238E27FC236}">
                  <a16:creationId xmlns:a16="http://schemas.microsoft.com/office/drawing/2014/main" id="{63DEC7FB-A0B1-4632-9CB0-5E3A9C4F2F36}"/>
                </a:ext>
              </a:extLst>
            </p:cNvPr>
            <p:cNvSpPr txBox="1"/>
            <p:nvPr/>
          </p:nvSpPr>
          <p:spPr>
            <a:xfrm>
              <a:off x="3766673" y="964989"/>
              <a:ext cx="7419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sz="900" noProof="0" dirty="0">
                  <a:highlight>
                    <a:srgbClr val="FFFFFF"/>
                  </a:highlight>
                </a:rPr>
                <a:t>32 </a:t>
              </a:r>
              <a:r>
                <a:rPr lang="es-MX" sz="900" noProof="0" dirty="0" err="1">
                  <a:highlight>
                    <a:srgbClr val="FFFFFF"/>
                  </a:highlight>
                </a:rPr>
                <a:t>pix</a:t>
              </a:r>
              <a:endParaRPr lang="es-MX" sz="900" noProof="0" dirty="0"/>
            </a:p>
          </p:txBody>
        </p:sp>
      </p:grpSp>
      <p:grpSp>
        <p:nvGrpSpPr>
          <p:cNvPr id="26" name="Grupo 11">
            <a:extLst>
              <a:ext uri="{FF2B5EF4-FFF2-40B4-BE49-F238E27FC236}">
                <a16:creationId xmlns:a16="http://schemas.microsoft.com/office/drawing/2014/main" id="{4E4D7265-827C-4E15-0F28-2E2C59334D8C}"/>
              </a:ext>
            </a:extLst>
          </p:cNvPr>
          <p:cNvGrpSpPr/>
          <p:nvPr/>
        </p:nvGrpSpPr>
        <p:grpSpPr>
          <a:xfrm>
            <a:off x="7497060" y="2152064"/>
            <a:ext cx="1514844" cy="4216975"/>
            <a:chOff x="5019343" y="980982"/>
            <a:chExt cx="1767949" cy="5091710"/>
          </a:xfrm>
        </p:grpSpPr>
        <p:sp>
          <p:nvSpPr>
            <p:cNvPr id="27" name="CuadroTexto 13">
              <a:extLst>
                <a:ext uri="{FF2B5EF4-FFF2-40B4-BE49-F238E27FC236}">
                  <a16:creationId xmlns:a16="http://schemas.microsoft.com/office/drawing/2014/main" id="{CA2AD092-E9B8-9ED0-FC6D-5C1ED0067484}"/>
                </a:ext>
              </a:extLst>
            </p:cNvPr>
            <p:cNvSpPr txBox="1"/>
            <p:nvPr/>
          </p:nvSpPr>
          <p:spPr>
            <a:xfrm>
              <a:off x="5019343" y="980982"/>
              <a:ext cx="68443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sz="900" noProof="0" dirty="0">
                  <a:highlight>
                    <a:srgbClr val="FFFFFF"/>
                  </a:highlight>
                </a:rPr>
                <a:t>64 </a:t>
              </a:r>
              <a:r>
                <a:rPr lang="es-MX" sz="900" noProof="0" dirty="0" err="1">
                  <a:highlight>
                    <a:srgbClr val="FFFFFF"/>
                  </a:highlight>
                </a:rPr>
                <a:t>pix</a:t>
              </a:r>
              <a:endParaRPr lang="es-MX" sz="900" noProof="0" dirty="0"/>
            </a:p>
          </p:txBody>
        </p:sp>
        <p:grpSp>
          <p:nvGrpSpPr>
            <p:cNvPr id="28" name="Grupo 15">
              <a:extLst>
                <a:ext uri="{FF2B5EF4-FFF2-40B4-BE49-F238E27FC236}">
                  <a16:creationId xmlns:a16="http://schemas.microsoft.com/office/drawing/2014/main" id="{2C7BEB4C-51AA-ABA2-8AC6-7B9C8550C81B}"/>
                </a:ext>
              </a:extLst>
            </p:cNvPr>
            <p:cNvGrpSpPr/>
            <p:nvPr/>
          </p:nvGrpSpPr>
          <p:grpSpPr>
            <a:xfrm>
              <a:off x="5103506" y="2550692"/>
              <a:ext cx="1683790" cy="3522002"/>
              <a:chOff x="5310895" y="2550692"/>
              <a:chExt cx="1683790" cy="3209501"/>
            </a:xfrm>
          </p:grpSpPr>
          <p:sp>
            <p:nvSpPr>
              <p:cNvPr id="30" name="CuadroTexto 17">
                <a:extLst>
                  <a:ext uri="{FF2B5EF4-FFF2-40B4-BE49-F238E27FC236}">
                    <a16:creationId xmlns:a16="http://schemas.microsoft.com/office/drawing/2014/main" id="{6859F9C4-BAD6-0ADE-BEEB-ECCBD05D2B2E}"/>
                  </a:ext>
                </a:extLst>
              </p:cNvPr>
              <p:cNvSpPr txBox="1"/>
              <p:nvPr/>
            </p:nvSpPr>
            <p:spPr>
              <a:xfrm>
                <a:off x="5310895" y="5353817"/>
                <a:ext cx="1683790" cy="4063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s-MX" sz="1200" noProof="0" dirty="0">
                    <a:highlight>
                      <a:srgbClr val="FFFFFF"/>
                    </a:highlight>
                  </a:rPr>
                  <a:t>Marcas de alta penetración</a:t>
                </a:r>
              </a:p>
            </p:txBody>
          </p:sp>
          <p:cxnSp>
            <p:nvCxnSpPr>
              <p:cNvPr id="31" name="Conector recto 18">
                <a:extLst>
                  <a:ext uri="{FF2B5EF4-FFF2-40B4-BE49-F238E27FC236}">
                    <a16:creationId xmlns:a16="http://schemas.microsoft.com/office/drawing/2014/main" id="{560349A8-03E3-76CC-8589-872DAAEC3A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68950" y="2550692"/>
                <a:ext cx="0" cy="2773019"/>
              </a:xfrm>
              <a:prstGeom prst="line">
                <a:avLst/>
              </a:prstGeom>
              <a:ln w="28575">
                <a:solidFill>
                  <a:srgbClr val="C00000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64EDA512-A95E-E041-3FDD-4C8AC731F9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9815" y="2370602"/>
            <a:ext cx="890042" cy="103076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4CD8970-EECA-95A1-F126-B9DE8B58E3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4806" y="2374739"/>
            <a:ext cx="866775" cy="1019175"/>
          </a:xfrm>
          <a:prstGeom prst="rect">
            <a:avLst/>
          </a:prstGeom>
        </p:spPr>
      </p:pic>
      <p:pic>
        <p:nvPicPr>
          <p:cNvPr id="37" name="Picture 36" descr="A person with short dark hair wearing a suit&#10;&#10;AI-generated content may be incorrect.">
            <a:extLst>
              <a:ext uri="{FF2B5EF4-FFF2-40B4-BE49-F238E27FC236}">
                <a16:creationId xmlns:a16="http://schemas.microsoft.com/office/drawing/2014/main" id="{17967026-97E5-9928-2250-6BCBB3D097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7312" y="2382188"/>
            <a:ext cx="866774" cy="101917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36A245-4281-1EF1-2BFA-B78D28C55A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/>
              <a:t>| </a:t>
            </a:r>
            <a:fld id="{4034BEE3-566C-4068-A777-C3A4762E861B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9823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4EE83-ACC3-E59C-E945-390227771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C034298-6E91-850A-418E-7EB03FE6AA4D}"/>
              </a:ext>
            </a:extLst>
          </p:cNvPr>
          <p:cNvSpPr txBox="1">
            <a:spLocks/>
          </p:cNvSpPr>
          <p:nvPr/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noProof="0" dirty="0"/>
              <a:t>Factores que impactan la cobertura:</a:t>
            </a:r>
          </a:p>
        </p:txBody>
      </p:sp>
      <p:sp>
        <p:nvSpPr>
          <p:cNvPr id="5" name="Marcador de texto 9">
            <a:extLst>
              <a:ext uri="{FF2B5EF4-FFF2-40B4-BE49-F238E27FC236}">
                <a16:creationId xmlns:a16="http://schemas.microsoft.com/office/drawing/2014/main" id="{C817A5C0-ED45-B51F-9DB6-B8DF25710E19}"/>
              </a:ext>
            </a:extLst>
          </p:cNvPr>
          <p:cNvSpPr txBox="1">
            <a:spLocks/>
          </p:cNvSpPr>
          <p:nvPr/>
        </p:nvSpPr>
        <p:spPr>
          <a:xfrm>
            <a:off x="360874" y="910800"/>
            <a:ext cx="11466000" cy="396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noProof="0" dirty="0"/>
              <a:t>Siempre combinando </a:t>
            </a:r>
            <a:r>
              <a:rPr lang="es-MX" noProof="0" dirty="0" err="1"/>
              <a:t>insights</a:t>
            </a:r>
            <a:r>
              <a:rPr lang="es-MX" noProof="0" dirty="0"/>
              <a:t> </a:t>
            </a:r>
            <a:r>
              <a:rPr lang="es-MX" noProof="0" dirty="0" err="1"/>
              <a:t>Worldpanel</a:t>
            </a:r>
            <a:r>
              <a:rPr lang="es-MX" noProof="0" dirty="0"/>
              <a:t> + Cliente para evaluar cada factor</a:t>
            </a:r>
          </a:p>
        </p:txBody>
      </p:sp>
      <p:sp>
        <p:nvSpPr>
          <p:cNvPr id="6" name="Marcador de contenido 4">
            <a:extLst>
              <a:ext uri="{FF2B5EF4-FFF2-40B4-BE49-F238E27FC236}">
                <a16:creationId xmlns:a16="http://schemas.microsoft.com/office/drawing/2014/main" id="{D313C710-CF8B-09A8-1EE1-DB532DB7F7DC}"/>
              </a:ext>
            </a:extLst>
          </p:cNvPr>
          <p:cNvSpPr txBox="1">
            <a:spLocks/>
          </p:cNvSpPr>
          <p:nvPr/>
        </p:nvSpPr>
        <p:spPr>
          <a:xfrm>
            <a:off x="360363" y="1710000"/>
            <a:ext cx="2149200" cy="423720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noProof="0" dirty="0"/>
              <a:t>Cobertura poblacional del panel:  </a:t>
            </a:r>
          </a:p>
          <a:p>
            <a:r>
              <a:rPr lang="es-MX" noProof="0" dirty="0"/>
              <a:t>-Establece un “techo” para la cobertura de volumen</a:t>
            </a:r>
          </a:p>
          <a:p>
            <a:r>
              <a:rPr lang="es-MX" noProof="0" dirty="0"/>
              <a:t>-Permite comprender diferentes niveles de coberturas entre diferentes países</a:t>
            </a:r>
          </a:p>
        </p:txBody>
      </p:sp>
      <p:pic>
        <p:nvPicPr>
          <p:cNvPr id="11" name="Imagen 22">
            <a:extLst>
              <a:ext uri="{FF2B5EF4-FFF2-40B4-BE49-F238E27FC236}">
                <a16:creationId xmlns:a16="http://schemas.microsoft.com/office/drawing/2014/main" id="{D10F643D-C9F7-D077-E99E-927ACC6E9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11" y="4396967"/>
            <a:ext cx="2140651" cy="1550233"/>
          </a:xfrm>
          <a:prstGeom prst="rect">
            <a:avLst/>
          </a:prstGeom>
        </p:spPr>
      </p:pic>
      <p:sp>
        <p:nvSpPr>
          <p:cNvPr id="17" name="Marcador de contenido 5">
            <a:extLst>
              <a:ext uri="{FF2B5EF4-FFF2-40B4-BE49-F238E27FC236}">
                <a16:creationId xmlns:a16="http://schemas.microsoft.com/office/drawing/2014/main" id="{CFE83AC6-0D28-56B3-1889-C1EE991F49D9}"/>
              </a:ext>
            </a:extLst>
          </p:cNvPr>
          <p:cNvSpPr txBox="1">
            <a:spLocks/>
          </p:cNvSpPr>
          <p:nvPr/>
        </p:nvSpPr>
        <p:spPr>
          <a:xfrm>
            <a:off x="2689691" y="1710000"/>
            <a:ext cx="2149200" cy="4237200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noProof="0" dirty="0"/>
              <a:t>Ciclo de vida de la marca:  </a:t>
            </a:r>
          </a:p>
          <a:p>
            <a:pPr marL="285750" indent="-285750">
              <a:buFontTx/>
              <a:buChar char="-"/>
            </a:pPr>
            <a:r>
              <a:rPr lang="es-MX" noProof="0" dirty="0"/>
              <a:t>Lanzamientos:  Baja cobertura</a:t>
            </a:r>
          </a:p>
          <a:p>
            <a:pPr marL="285750" indent="-285750">
              <a:buFontTx/>
              <a:buChar char="-"/>
            </a:pPr>
            <a:r>
              <a:rPr lang="es-MX" noProof="0" dirty="0"/>
              <a:t>Madurez: Cobertura “real”</a:t>
            </a:r>
          </a:p>
          <a:p>
            <a:pPr marL="285750" indent="-285750">
              <a:buFontTx/>
              <a:buChar char="-"/>
            </a:pPr>
            <a:r>
              <a:rPr lang="es-MX" noProof="0" dirty="0"/>
              <a:t>Salida del mercado: </a:t>
            </a:r>
            <a:r>
              <a:rPr lang="es-MX" noProof="0" dirty="0" err="1"/>
              <a:t>Sobrecobertura</a:t>
            </a:r>
            <a:endParaRPr lang="es-MX" noProof="0" dirty="0"/>
          </a:p>
        </p:txBody>
      </p:sp>
      <p:pic>
        <p:nvPicPr>
          <p:cNvPr id="22" name="Imagen 17">
            <a:extLst>
              <a:ext uri="{FF2B5EF4-FFF2-40B4-BE49-F238E27FC236}">
                <a16:creationId xmlns:a16="http://schemas.microsoft.com/office/drawing/2014/main" id="{C8DCDC81-5B9F-FA2C-7B4C-C95F78942C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009" r="3761" b="5075"/>
          <a:stretch/>
        </p:blipFill>
        <p:spPr>
          <a:xfrm>
            <a:off x="2689690" y="4396967"/>
            <a:ext cx="2149201" cy="1550233"/>
          </a:xfrm>
          <a:prstGeom prst="rect">
            <a:avLst/>
          </a:prstGeom>
        </p:spPr>
      </p:pic>
      <p:sp>
        <p:nvSpPr>
          <p:cNvPr id="29" name="Marcador de contenido 6">
            <a:extLst>
              <a:ext uri="{FF2B5EF4-FFF2-40B4-BE49-F238E27FC236}">
                <a16:creationId xmlns:a16="http://schemas.microsoft.com/office/drawing/2014/main" id="{F1376204-4402-6237-8C27-402D349D80A7}"/>
              </a:ext>
            </a:extLst>
          </p:cNvPr>
          <p:cNvSpPr txBox="1">
            <a:spLocks/>
          </p:cNvSpPr>
          <p:nvPr/>
        </p:nvSpPr>
        <p:spPr>
          <a:xfrm>
            <a:off x="5019019" y="1710000"/>
            <a:ext cx="2149200" cy="4237200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noProof="0" dirty="0"/>
              <a:t>Concentración de ventas:</a:t>
            </a:r>
          </a:p>
          <a:p>
            <a:r>
              <a:rPr lang="es-MX" noProof="0" dirty="0"/>
              <a:t>Puede ser tanto en una región o canal, o ambos</a:t>
            </a:r>
          </a:p>
          <a:p>
            <a:r>
              <a:rPr lang="es-MX" noProof="0" dirty="0"/>
              <a:t>Suelen ser productos con un target muy específico</a:t>
            </a:r>
          </a:p>
        </p:txBody>
      </p:sp>
      <p:pic>
        <p:nvPicPr>
          <p:cNvPr id="32" name="Imagen 21">
            <a:extLst>
              <a:ext uri="{FF2B5EF4-FFF2-40B4-BE49-F238E27FC236}">
                <a16:creationId xmlns:a16="http://schemas.microsoft.com/office/drawing/2014/main" id="{BBC9253A-7DF6-BB9D-1E5D-CD607FCB9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536" y="4396968"/>
            <a:ext cx="2149201" cy="1550232"/>
          </a:xfrm>
          <a:prstGeom prst="rect">
            <a:avLst/>
          </a:prstGeom>
        </p:spPr>
      </p:pic>
      <p:sp>
        <p:nvSpPr>
          <p:cNvPr id="33" name="Marcador de contenido 8">
            <a:extLst>
              <a:ext uri="{FF2B5EF4-FFF2-40B4-BE49-F238E27FC236}">
                <a16:creationId xmlns:a16="http://schemas.microsoft.com/office/drawing/2014/main" id="{AA0F2C4C-6C7E-45D2-8DF0-D08F3C3A17C7}"/>
              </a:ext>
            </a:extLst>
          </p:cNvPr>
          <p:cNvSpPr txBox="1">
            <a:spLocks/>
          </p:cNvSpPr>
          <p:nvPr/>
        </p:nvSpPr>
        <p:spPr>
          <a:xfrm>
            <a:off x="9677674" y="1710000"/>
            <a:ext cx="2149200" cy="42372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noProof="0" dirty="0"/>
              <a:t>Factores Externos:</a:t>
            </a:r>
          </a:p>
          <a:p>
            <a:r>
              <a:rPr lang="pt-BR" noProof="0"/>
              <a:t>-    Exportaciones</a:t>
            </a:r>
            <a:endParaRPr lang="pt-BR" noProof="0" dirty="0"/>
          </a:p>
          <a:p>
            <a:r>
              <a:rPr lang="es-MX" noProof="0" dirty="0"/>
              <a:t>-    Contrabando</a:t>
            </a:r>
          </a:p>
          <a:p>
            <a:pPr marL="285750" indent="-285750">
              <a:buFontTx/>
              <a:buChar char="-"/>
            </a:pPr>
            <a:r>
              <a:rPr lang="es-MX" noProof="0" dirty="0"/>
              <a:t>Realidad social del país</a:t>
            </a:r>
          </a:p>
          <a:p>
            <a:pPr marL="285750" indent="-285750">
              <a:buFontTx/>
              <a:buChar char="-"/>
            </a:pPr>
            <a:r>
              <a:rPr lang="es-MX" dirty="0"/>
              <a:t>Particularidad </a:t>
            </a:r>
            <a:r>
              <a:rPr lang="es-MX" noProof="0" dirty="0"/>
              <a:t>de la categoría</a:t>
            </a:r>
          </a:p>
        </p:txBody>
      </p:sp>
      <p:pic>
        <p:nvPicPr>
          <p:cNvPr id="36" name="Imagen 23">
            <a:extLst>
              <a:ext uri="{FF2B5EF4-FFF2-40B4-BE49-F238E27FC236}">
                <a16:creationId xmlns:a16="http://schemas.microsoft.com/office/drawing/2014/main" id="{E503E2A4-0726-C24F-5F59-9597B10625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665" y="4380510"/>
            <a:ext cx="2173589" cy="1566690"/>
          </a:xfrm>
          <a:prstGeom prst="rect">
            <a:avLst/>
          </a:prstGeom>
        </p:spPr>
      </p:pic>
      <p:sp>
        <p:nvSpPr>
          <p:cNvPr id="38" name="Marcador de contenido 7">
            <a:extLst>
              <a:ext uri="{FF2B5EF4-FFF2-40B4-BE49-F238E27FC236}">
                <a16:creationId xmlns:a16="http://schemas.microsoft.com/office/drawing/2014/main" id="{50ED823A-BCAF-99C5-A012-DCA6B53056C7}"/>
              </a:ext>
            </a:extLst>
          </p:cNvPr>
          <p:cNvSpPr txBox="1">
            <a:spLocks/>
          </p:cNvSpPr>
          <p:nvPr/>
        </p:nvSpPr>
        <p:spPr>
          <a:xfrm>
            <a:off x="7348347" y="1710000"/>
            <a:ext cx="2149200" cy="42372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noProof="0" dirty="0"/>
              <a:t>Consumo fuera del hogar:</a:t>
            </a:r>
          </a:p>
          <a:p>
            <a:pPr marL="285750" indent="-285750">
              <a:buFontTx/>
              <a:buChar char="-"/>
            </a:pPr>
            <a:r>
              <a:rPr lang="es-MX" noProof="0" dirty="0"/>
              <a:t>Institucional</a:t>
            </a:r>
          </a:p>
          <a:p>
            <a:pPr marL="285750" indent="-285750">
              <a:buFontTx/>
              <a:buChar char="-"/>
            </a:pPr>
            <a:r>
              <a:rPr lang="es-MX" noProof="0" dirty="0"/>
              <a:t>Restaurantes / bares / cafeterías</a:t>
            </a:r>
          </a:p>
          <a:p>
            <a:pPr marL="285750" indent="-285750">
              <a:buFontTx/>
              <a:buChar char="-"/>
            </a:pPr>
            <a:r>
              <a:rPr lang="es-MX" noProof="0" dirty="0"/>
              <a:t>Comercio informal</a:t>
            </a:r>
          </a:p>
          <a:p>
            <a:pPr marL="285750" indent="-285750">
              <a:buFontTx/>
              <a:buChar char="-"/>
            </a:pPr>
            <a:r>
              <a:rPr lang="es-MX" noProof="0" dirty="0" err="1"/>
              <a:t>On</a:t>
            </a:r>
            <a:r>
              <a:rPr lang="es-MX" noProof="0" dirty="0"/>
              <a:t> </a:t>
            </a:r>
            <a:r>
              <a:rPr lang="es-MX" noProof="0" dirty="0" err="1"/>
              <a:t>the</a:t>
            </a:r>
            <a:r>
              <a:rPr lang="es-MX" noProof="0" dirty="0"/>
              <a:t> </a:t>
            </a:r>
            <a:r>
              <a:rPr lang="es-MX" noProof="0" dirty="0" err="1"/>
              <a:t>go</a:t>
            </a:r>
            <a:endParaRPr lang="es-MX" noProof="0" dirty="0"/>
          </a:p>
        </p:txBody>
      </p:sp>
      <p:pic>
        <p:nvPicPr>
          <p:cNvPr id="3" name="Imagen 20">
            <a:extLst>
              <a:ext uri="{FF2B5EF4-FFF2-40B4-BE49-F238E27FC236}">
                <a16:creationId xmlns:a16="http://schemas.microsoft.com/office/drawing/2014/main" id="{BA3F6FC8-4046-45D4-225C-6DE9384D2A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9016" y="4396968"/>
            <a:ext cx="2149201" cy="1550232"/>
          </a:xfrm>
          <a:prstGeom prst="rect">
            <a:avLst/>
          </a:prstGeom>
        </p:spPr>
      </p:pic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67A21EC3-F3AC-01F8-F53D-C1B9DEDC4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/>
              <a:t>| </a:t>
            </a:r>
            <a:fld id="{4034BEE3-566C-4068-A777-C3A4762E861B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2965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32F71C6-5C1D-473C-22A0-261A016551AD}"/>
              </a:ext>
            </a:extLst>
          </p:cNvPr>
          <p:cNvSpPr txBox="1">
            <a:spLocks/>
          </p:cNvSpPr>
          <p:nvPr/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Objetivos da Análise de Cobertura: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D278076-07E4-215D-C24D-C6B794BC6A0A}"/>
              </a:ext>
            </a:extLst>
          </p:cNvPr>
          <p:cNvSpPr txBox="1"/>
          <p:nvPr/>
        </p:nvSpPr>
        <p:spPr>
          <a:xfrm>
            <a:off x="1988126" y="1037471"/>
            <a:ext cx="873487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pt-BR" sz="1800" b="1" i="0" u="none" strike="noStrike" kern="1200" cap="none" spc="0" normalizeH="0" baseline="0" dirty="0">
                <a:ln>
                  <a:noFill/>
                </a:ln>
                <a:solidFill>
                  <a:srgbClr val="3B414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 nível de cobertura </a:t>
            </a:r>
            <a:r>
              <a:rPr kumimoji="0" lang="pt-BR" sz="1800" b="1" i="0" u="none" strike="noStrike" kern="1200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não</a:t>
            </a:r>
            <a:r>
              <a:rPr kumimoji="0" lang="pt-BR" sz="1800" b="1" i="0" u="none" strike="noStrike" kern="1200" cap="none" spc="0" normalizeH="0" baseline="0" dirty="0">
                <a:ln>
                  <a:noFill/>
                </a:ln>
                <a:solidFill>
                  <a:srgbClr val="3B414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é um indicador de performance do painel.</a:t>
            </a:r>
            <a:br>
              <a:rPr kumimoji="0" lang="pt-BR" sz="1800" b="1" i="0" u="none" strike="noStrike" kern="1200" cap="none" spc="0" normalizeH="0" baseline="0" dirty="0">
                <a:ln>
                  <a:noFill/>
                </a:ln>
                <a:solidFill>
                  <a:srgbClr val="3B414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br>
              <a:rPr lang="pt-BR" sz="1800" dirty="0">
                <a:solidFill>
                  <a:schemeClr val="tx1"/>
                </a:solidFill>
              </a:rPr>
            </a:br>
            <a:br>
              <a:rPr lang="pt-BR" sz="1800" dirty="0">
                <a:solidFill>
                  <a:schemeClr val="tx1"/>
                </a:solidFill>
              </a:rPr>
            </a:br>
            <a:r>
              <a:rPr lang="pt-BR" b="1" dirty="0">
                <a:solidFill>
                  <a:srgbClr val="3B4145"/>
                </a:solidFill>
                <a:latin typeface="+mj-lt"/>
              </a:rPr>
              <a:t>É</a:t>
            </a:r>
            <a:r>
              <a:rPr kumimoji="0" lang="pt-BR" sz="1800" b="1" i="0" u="none" strike="noStrike" kern="1200" cap="none" spc="0" normalizeH="0" baseline="0" dirty="0">
                <a:ln>
                  <a:noFill/>
                </a:ln>
                <a:solidFill>
                  <a:srgbClr val="3B414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sobretudo, um indicador do tipo de consumo e comportamento de uma </a:t>
            </a:r>
            <a:r>
              <a:rPr lang="pt-BR" b="1" dirty="0">
                <a:solidFill>
                  <a:srgbClr val="3B4145"/>
                </a:solidFill>
                <a:latin typeface="+mj-lt"/>
              </a:rPr>
              <a:t>categoria dentro do lar.</a:t>
            </a:r>
            <a:br>
              <a:rPr lang="pt-BR" sz="1600" b="1" dirty="0">
                <a:latin typeface="+mj-lt"/>
              </a:rPr>
            </a:br>
            <a:endParaRPr lang="pt-BR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3728C66-BBF9-3047-6C39-30A0A442C370}"/>
              </a:ext>
            </a:extLst>
          </p:cNvPr>
          <p:cNvSpPr txBox="1">
            <a:spLocks/>
          </p:cNvSpPr>
          <p:nvPr/>
        </p:nvSpPr>
        <p:spPr>
          <a:xfrm>
            <a:off x="360874" y="2430760"/>
            <a:ext cx="11466000" cy="368657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spcBef>
                <a:spcPts val="200"/>
              </a:spcBef>
              <a:buFontTx/>
              <a:buChar char="-"/>
            </a:pP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 algn="just">
              <a:spcBef>
                <a:spcPts val="200"/>
              </a:spcBef>
              <a:buFontTx/>
              <a:buChar char="-"/>
            </a:pP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</a:rPr>
              <a:t>Propicia um melhor e mais profundo entendimento do mercado e relações de consumo, permitindo alinhar as estratégias de venda do cliente com os hábitos de compra dos lares</a:t>
            </a:r>
          </a:p>
          <a:p>
            <a:pPr marL="285750" indent="-285750" algn="just">
              <a:spcBef>
                <a:spcPts val="200"/>
              </a:spcBef>
              <a:buFontTx/>
              <a:buChar char="-"/>
            </a:pP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 algn="just">
              <a:spcBef>
                <a:spcPts val="200"/>
              </a:spcBef>
              <a:buFontTx/>
              <a:buChar char="-"/>
            </a:pP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</a:rPr>
              <a:t>Encontrar oportunidades de melhorias em nossos serviços, incrementando assim a geração de valor para o cliente</a:t>
            </a:r>
          </a:p>
          <a:p>
            <a:pPr marL="285750" indent="-285750" algn="just">
              <a:spcBef>
                <a:spcPts val="200"/>
              </a:spcBef>
              <a:buFontTx/>
              <a:buChar char="-"/>
            </a:pP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 algn="just">
              <a:spcBef>
                <a:spcPts val="200"/>
              </a:spcBef>
              <a:buFontTx/>
              <a:buChar char="-"/>
            </a:pP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</a:rPr>
              <a:t>Estimar o pipeline de um fabricante/marca/segmento</a:t>
            </a:r>
          </a:p>
          <a:p>
            <a:pPr marL="285750" indent="-285750" algn="just">
              <a:spcBef>
                <a:spcPts val="200"/>
              </a:spcBef>
              <a:buFontTx/>
              <a:buChar char="-"/>
            </a:pP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 algn="just">
              <a:spcBef>
                <a:spcPts val="200"/>
              </a:spcBef>
              <a:buFontTx/>
              <a:buChar char="-"/>
            </a:pPr>
            <a:r>
              <a:rPr lang="pt-BR" sz="2000" dirty="0">
                <a:latin typeface="Arial"/>
                <a:ea typeface="Times New Roman" panose="02020603050405020304" pitchFamily="18" charset="0"/>
                <a:cs typeface="Arial"/>
              </a:rPr>
              <a:t>Validar</a:t>
            </a:r>
            <a:r>
              <a:rPr lang="pt-BR" sz="2000" dirty="0">
                <a:latin typeface="Arial"/>
                <a:ea typeface="Times New Roman" panose="02020603050405020304" pitchFamily="18" charset="0"/>
                <a:cs typeface="Calibri"/>
              </a:rPr>
              <a:t> tendências</a:t>
            </a:r>
            <a:r>
              <a:rPr lang="pt-BR" sz="2000" dirty="0">
                <a:cs typeface="Calibri"/>
              </a:rPr>
              <a:t> e variações de curto a longo prazo 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D0B5410-6095-B88C-4B32-BBE2A4BCFB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z="1100"/>
              <a:t>APAC Region</a:t>
            </a:r>
            <a:r>
              <a:rPr lang="en-GB"/>
              <a:t>| </a:t>
            </a:r>
            <a:fld id="{4034BEE3-566C-4068-A777-C3A4762E861B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5579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71449-9355-C38A-52EB-E6B55C3F5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88E89576-245B-5261-0318-79A269BCD87D}"/>
              </a:ext>
            </a:extLst>
          </p:cNvPr>
          <p:cNvSpPr txBox="1">
            <a:spLocks/>
          </p:cNvSpPr>
          <p:nvPr/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Cobertura: Definição e Cálculo</a:t>
            </a:r>
          </a:p>
        </p:txBody>
      </p:sp>
      <p:sp>
        <p:nvSpPr>
          <p:cNvPr id="7" name="Marcador de texto 8">
            <a:extLst>
              <a:ext uri="{FF2B5EF4-FFF2-40B4-BE49-F238E27FC236}">
                <a16:creationId xmlns:a16="http://schemas.microsoft.com/office/drawing/2014/main" id="{28DC4A99-00B8-2391-7FBB-8A964FD5BDED}"/>
              </a:ext>
            </a:extLst>
          </p:cNvPr>
          <p:cNvSpPr txBox="1">
            <a:spLocks/>
          </p:cNvSpPr>
          <p:nvPr/>
        </p:nvSpPr>
        <p:spPr>
          <a:xfrm>
            <a:off x="360363" y="910799"/>
            <a:ext cx="11466512" cy="75205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800" dirty="0"/>
              <a:t>Relacão entre o tamanho de mercado coletado (nossas compras) e o VOLUME TOTAL DE PRODUTO que é distribuído por um determinado fabricante.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Marcador de texto 4">
                <a:extLst>
                  <a:ext uri="{FF2B5EF4-FFF2-40B4-BE49-F238E27FC236}">
                    <a16:creationId xmlns:a16="http://schemas.microsoft.com/office/drawing/2014/main" id="{A05990E3-3E32-8FA4-64A3-29C6DC3351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57372" y="1877983"/>
                <a:ext cx="5626800" cy="752052"/>
              </a:xfrm>
              <a:prstGeom prst="rect">
                <a:avLst/>
              </a:prstGeom>
              <a:solidFill>
                <a:srgbClr val="77C9D0"/>
              </a:solidFill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57188" indent="-179388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tabLst/>
                  <a:defRPr sz="16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34988" indent="-1778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tabLst/>
                  <a:defRPr sz="16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58825" indent="-179388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tabLst/>
                  <a:defRPr sz="16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82663" indent="-179388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tabLst/>
                  <a:defRPr sz="16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b="1" i="1" smtClean="0">
                          <a:latin typeface="Cambria Math" panose="02040503050406030204" pitchFamily="18" charset="0"/>
                        </a:rPr>
                        <m:t>𝑪𝒐𝒃𝒆𝒓𝒕𝒖𝒓𝒂</m:t>
                      </m:r>
                      <m:r>
                        <a:rPr lang="pt-BR" sz="1800" b="1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pt-B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𝑪𝒐𝒎𝒑𝒓𝒂𝒔</m:t>
                          </m:r>
                        </m:num>
                        <m:den>
                          <m:r>
                            <a:rPr lang="pt-B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𝑽𝒆𝒏𝒅𝒂𝒔</m:t>
                          </m:r>
                          <m:r>
                            <a:rPr lang="pt-B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𝒄𝒍𝒊𝒆𝒏𝒕𝒆</m:t>
                          </m:r>
                          <m:r>
                            <a:rPr lang="pt-B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pt-B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𝑺𝒉𝒊𝒑𝒎𝒆𝒏𝒕𝒔</m:t>
                          </m:r>
                        </m:den>
                      </m:f>
                    </m:oMath>
                  </m:oMathPara>
                </a14:m>
                <a:endParaRPr lang="pt-BR" sz="1800" dirty="0"/>
              </a:p>
            </p:txBody>
          </p:sp>
        </mc:Choice>
        <mc:Fallback xmlns="">
          <p:sp>
            <p:nvSpPr>
              <p:cNvPr id="8" name="Marcador de texto 4">
                <a:extLst>
                  <a:ext uri="{FF2B5EF4-FFF2-40B4-BE49-F238E27FC236}">
                    <a16:creationId xmlns:a16="http://schemas.microsoft.com/office/drawing/2014/main" id="{A05990E3-3E32-8FA4-64A3-29C6DC335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7372" y="1877983"/>
                <a:ext cx="5626800" cy="7520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D8D3B080-0CE7-A7EB-181F-233E5CD63FD9}"/>
              </a:ext>
            </a:extLst>
          </p:cNvPr>
          <p:cNvGrpSpPr/>
          <p:nvPr/>
        </p:nvGrpSpPr>
        <p:grpSpPr>
          <a:xfrm>
            <a:off x="3158072" y="3652839"/>
            <a:ext cx="5626100" cy="1150254"/>
            <a:chOff x="0" y="0"/>
            <a:chExt cx="5626100" cy="1150254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978AD79B-4208-3575-4BFA-9287384C292E}"/>
                </a:ext>
              </a:extLst>
            </p:cNvPr>
            <p:cNvSpPr/>
            <p:nvPr/>
          </p:nvSpPr>
          <p:spPr>
            <a:xfrm>
              <a:off x="0" y="0"/>
              <a:ext cx="5626100" cy="115025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pt-BR" dirty="0"/>
            </a:p>
          </p:txBody>
        </p:sp>
        <p:sp>
          <p:nvSpPr>
            <p:cNvPr id="15" name="Rectangle: Rounded Corners 4">
              <a:extLst>
                <a:ext uri="{FF2B5EF4-FFF2-40B4-BE49-F238E27FC236}">
                  <a16:creationId xmlns:a16="http://schemas.microsoft.com/office/drawing/2014/main" id="{A7F30DF8-8B8D-FA49-8620-8450EBEAD206}"/>
                </a:ext>
              </a:extLst>
            </p:cNvPr>
            <p:cNvSpPr txBox="1"/>
            <p:nvPr/>
          </p:nvSpPr>
          <p:spPr>
            <a:xfrm>
              <a:off x="1240245" y="0"/>
              <a:ext cx="4385854" cy="115025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t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900" kern="1200" dirty="0"/>
                <a:t>Em volume – mesmas unidades</a:t>
              </a:r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pt-BR" sz="1500" kern="1200" dirty="0"/>
                <a:t>kilos, litros, stat units</a:t>
              </a: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750B5E6-307C-8BEA-2F78-4428B36C35CA}"/>
              </a:ext>
            </a:extLst>
          </p:cNvPr>
          <p:cNvSpPr/>
          <p:nvPr/>
        </p:nvSpPr>
        <p:spPr>
          <a:xfrm>
            <a:off x="3215585" y="3767864"/>
            <a:ext cx="1125220" cy="920203"/>
          </a:xfrm>
          <a:prstGeom prst="roundRect">
            <a:avLst>
              <a:gd name="adj" fmla="val 10000"/>
            </a:avLst>
          </a:prstGeom>
          <a:blipFill rotWithShape="1">
            <a:blip r:embed="rId3"/>
            <a:srcRect/>
            <a:stretch>
              <a:fillRect t="-11000" b="-11000"/>
            </a:stretch>
          </a:blipFill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dk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pt-BR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A4534C3-27C3-62B3-1237-DA0A8D34C54B}"/>
              </a:ext>
            </a:extLst>
          </p:cNvPr>
          <p:cNvGrpSpPr/>
          <p:nvPr/>
        </p:nvGrpSpPr>
        <p:grpSpPr>
          <a:xfrm>
            <a:off x="3158072" y="4873829"/>
            <a:ext cx="5626100" cy="1150254"/>
            <a:chOff x="0" y="1265869"/>
            <a:chExt cx="5626100" cy="1150254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8A20A9E9-C287-9E94-BE3F-E67294777591}"/>
                </a:ext>
              </a:extLst>
            </p:cNvPr>
            <p:cNvSpPr/>
            <p:nvPr/>
          </p:nvSpPr>
          <p:spPr>
            <a:xfrm>
              <a:off x="0" y="1265869"/>
              <a:ext cx="5626100" cy="115025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pt-BR" dirty="0"/>
            </a:p>
          </p:txBody>
        </p:sp>
        <p:sp>
          <p:nvSpPr>
            <p:cNvPr id="19" name="Rectangle: Rounded Corners 4">
              <a:extLst>
                <a:ext uri="{FF2B5EF4-FFF2-40B4-BE49-F238E27FC236}">
                  <a16:creationId xmlns:a16="http://schemas.microsoft.com/office/drawing/2014/main" id="{4386FE9D-02A7-53EA-78AC-B23A90330F55}"/>
                </a:ext>
              </a:extLst>
            </p:cNvPr>
            <p:cNvSpPr txBox="1"/>
            <p:nvPr/>
          </p:nvSpPr>
          <p:spPr>
            <a:xfrm>
              <a:off x="1240245" y="1265869"/>
              <a:ext cx="4385854" cy="115025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t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900" kern="1200" dirty="0"/>
                <a:t>En anos móveis</a:t>
              </a:r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pt-BR" sz="1500" kern="1200" dirty="0"/>
                <a:t>Para entender a longo prazo os efeitos totais de:</a:t>
              </a:r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pt-BR" sz="1500" kern="1200" dirty="0"/>
                <a:t>Sazonalidades, ações de vendas, pipeline</a:t>
              </a: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876479F-C6A5-A9EE-FB3A-B5FBAF6D09E3}"/>
              </a:ext>
            </a:extLst>
          </p:cNvPr>
          <p:cNvSpPr/>
          <p:nvPr/>
        </p:nvSpPr>
        <p:spPr>
          <a:xfrm>
            <a:off x="3215585" y="4918118"/>
            <a:ext cx="1125220" cy="920203"/>
          </a:xfrm>
          <a:prstGeom prst="roundRect">
            <a:avLst>
              <a:gd name="adj" fmla="val 10000"/>
            </a:avLst>
          </a:prstGeom>
          <a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dk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DF6F9A9-F2D6-2D97-CE78-04892F5F85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z="1100"/>
              <a:t>APAC Region</a:t>
            </a:r>
            <a:r>
              <a:rPr lang="en-GB"/>
              <a:t>| </a:t>
            </a:r>
            <a:fld id="{4034BEE3-566C-4068-A777-C3A4762E861B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3631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595A5-5224-EEF8-3989-8D22D261F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C9A6680-243D-21CB-D48C-DAA35D705D1B}"/>
              </a:ext>
            </a:extLst>
          </p:cNvPr>
          <p:cNvSpPr txBox="1">
            <a:spLocks/>
          </p:cNvSpPr>
          <p:nvPr/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Pipeline: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CB57F0E-7F25-2F44-751F-603B09507E8B}"/>
              </a:ext>
            </a:extLst>
          </p:cNvPr>
          <p:cNvSpPr txBox="1">
            <a:spLocks/>
          </p:cNvSpPr>
          <p:nvPr/>
        </p:nvSpPr>
        <p:spPr>
          <a:xfrm>
            <a:off x="360363" y="910800"/>
            <a:ext cx="11466000" cy="396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Tempo em meses entre a venda do fabricante e o momento de compra do lar</a:t>
            </a:r>
          </a:p>
          <a:p>
            <a:r>
              <a:rPr lang="pt-BR" dirty="0"/>
              <a:t>Começa com ao menos </a:t>
            </a:r>
            <a:r>
              <a:rPr lang="pt-BR"/>
              <a:t>um mês, </a:t>
            </a:r>
            <a:r>
              <a:rPr lang="pt-BR" dirty="0"/>
              <a:t>dado a </a:t>
            </a:r>
            <a:r>
              <a:rPr lang="pt-BR"/>
              <a:t>logística total, </a:t>
            </a:r>
            <a:r>
              <a:rPr lang="pt-BR" dirty="0"/>
              <a:t>até estar disponível no ponto de venda</a:t>
            </a:r>
          </a:p>
        </p:txBody>
      </p:sp>
      <p:sp>
        <p:nvSpPr>
          <p:cNvPr id="6" name="Marcador de contenido 50">
            <a:extLst>
              <a:ext uri="{FF2B5EF4-FFF2-40B4-BE49-F238E27FC236}">
                <a16:creationId xmlns:a16="http://schemas.microsoft.com/office/drawing/2014/main" id="{CA636E05-5733-A971-9780-C848DB3F6AF2}"/>
              </a:ext>
            </a:extLst>
          </p:cNvPr>
          <p:cNvSpPr txBox="1">
            <a:spLocks/>
          </p:cNvSpPr>
          <p:nvPr/>
        </p:nvSpPr>
        <p:spPr>
          <a:xfrm>
            <a:off x="8320854" y="1852387"/>
            <a:ext cx="3361111" cy="26161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200" dirty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Pontos a considerar:</a:t>
            </a:r>
          </a:p>
          <a:p>
            <a:pPr marL="228600" indent="-228600" algn="just">
              <a:buFont typeface="Arial" panose="020B0604020202020204" pitchFamily="34" charset="0"/>
              <a:buAutoNum type="arabicPeriod"/>
            </a:pPr>
            <a:r>
              <a:rPr lang="pt-BR" sz="1200" dirty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Vida útil do produto: pipeline reduzido em produtos frescos, refrigerados e de alto giro</a:t>
            </a:r>
          </a:p>
          <a:p>
            <a:pPr marL="228600" indent="-228600" algn="just">
              <a:buFont typeface="Arial" panose="020B0604020202020204" pitchFamily="34" charset="0"/>
              <a:buAutoNum type="arabicPeriod"/>
            </a:pPr>
            <a:r>
              <a:rPr lang="pt-BR" sz="1200" dirty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Logística de distribuição: distribuição direta vs indireta.</a:t>
            </a:r>
          </a:p>
          <a:p>
            <a:pPr marL="228600" indent="-228600" algn="just">
              <a:buFont typeface="Arial" panose="020B0604020202020204" pitchFamily="34" charset="0"/>
              <a:buAutoNum type="arabicPeriod"/>
            </a:pPr>
            <a:r>
              <a:rPr lang="pt-BR" sz="1200" dirty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Geografia: Tempo de transporte.</a:t>
            </a:r>
          </a:p>
          <a:p>
            <a:pPr marL="228600" indent="-228600" algn="just">
              <a:buFont typeface="Arial" panose="020B0604020202020204" pitchFamily="34" charset="0"/>
              <a:buAutoNum type="arabicPeriod"/>
            </a:pPr>
            <a:r>
              <a:rPr lang="pt-BR" sz="1200" dirty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Fatores de mercado: Aumento de frete e custos operacionais.</a:t>
            </a:r>
          </a:p>
          <a:p>
            <a:pPr marL="228600" indent="-228600" algn="just">
              <a:buFont typeface="Arial" panose="020B0604020202020204" pitchFamily="34" charset="0"/>
              <a:buAutoNum type="arabicPeriod"/>
            </a:pPr>
            <a:r>
              <a:rPr lang="pt-BR" sz="1200" dirty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Ações comerciais: campanhas de vendas da empresa/fechamentos de ano.</a:t>
            </a:r>
          </a:p>
        </p:txBody>
      </p:sp>
      <p:sp>
        <p:nvSpPr>
          <p:cNvPr id="9" name="CuadroTexto 5">
            <a:extLst>
              <a:ext uri="{FF2B5EF4-FFF2-40B4-BE49-F238E27FC236}">
                <a16:creationId xmlns:a16="http://schemas.microsoft.com/office/drawing/2014/main" id="{0FE7F32B-143D-DFB3-F8D4-A3CE2D607B29}"/>
              </a:ext>
            </a:extLst>
          </p:cNvPr>
          <p:cNvSpPr txBox="1"/>
          <p:nvPr/>
        </p:nvSpPr>
        <p:spPr>
          <a:xfrm>
            <a:off x="8234721" y="4667133"/>
            <a:ext cx="3824119" cy="1200329"/>
          </a:xfrm>
          <a:prstGeom prst="rect">
            <a:avLst/>
          </a:prstGeom>
          <a:gradFill>
            <a:gsLst>
              <a:gs pos="0">
                <a:srgbClr val="2EEFEF"/>
              </a:gs>
              <a:gs pos="100000">
                <a:srgbClr val="0CF0B8"/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BR" sz="1200" b="1" dirty="0"/>
              <a:t>O pipeline é fortemente impactado pelas variações de longo prazo nas vendas co cliente</a:t>
            </a:r>
          </a:p>
          <a:p>
            <a:endParaRPr lang="pt-BR" sz="1200" b="1" dirty="0"/>
          </a:p>
          <a:p>
            <a:r>
              <a:rPr lang="pt-BR" sz="1200" b="1" dirty="0"/>
              <a:t>Se as vendas apresentam crescimento em relação ao último período o pipelinte </a:t>
            </a:r>
            <a:r>
              <a:rPr lang="pt-BR" sz="1200" b="1" u="sng" dirty="0"/>
              <a:t>tende</a:t>
            </a:r>
            <a:r>
              <a:rPr lang="pt-BR" sz="1200" b="1" dirty="0"/>
              <a:t> a aumentar e vice-versa.</a:t>
            </a:r>
            <a:endParaRPr lang="pt-BR" sz="1200" b="1" u="sn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F6DC1E-9416-B5DE-1820-6D4D51390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20" y="1990584"/>
            <a:ext cx="6629750" cy="3740130"/>
          </a:xfrm>
          <a:prstGeom prst="rect">
            <a:avLst/>
          </a:prstGeom>
        </p:spPr>
      </p:pic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52D6D120-80C9-27EC-D277-6DDBA2B26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z="1100"/>
              <a:t>APAC Region</a:t>
            </a:r>
            <a:r>
              <a:rPr lang="en-GB"/>
              <a:t>| </a:t>
            </a:r>
            <a:fld id="{4034BEE3-566C-4068-A777-C3A4762E861B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3800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DADC0-093A-8457-7B32-45C0EE0B8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7D879B-951C-CD41-6C1A-B17C4A204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266" y="2958113"/>
            <a:ext cx="6668431" cy="3277057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E72E244B-12B9-388B-2C1E-108484C6B772}"/>
              </a:ext>
            </a:extLst>
          </p:cNvPr>
          <p:cNvSpPr txBox="1">
            <a:spLocks/>
          </p:cNvSpPr>
          <p:nvPr/>
        </p:nvSpPr>
        <p:spPr>
          <a:xfrm>
            <a:off x="360000" y="194136"/>
            <a:ext cx="11466875" cy="403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Conceito Estatístico: Penetração vs variabilidade dos resultados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AF4C686-F8F3-B0E0-B6D5-49F1D091BE43}"/>
              </a:ext>
            </a:extLst>
          </p:cNvPr>
          <p:cNvSpPr txBox="1">
            <a:spLocks/>
          </p:cNvSpPr>
          <p:nvPr/>
        </p:nvSpPr>
        <p:spPr>
          <a:xfrm>
            <a:off x="280779" y="850375"/>
            <a:ext cx="11477331" cy="59814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Penetração</a:t>
            </a:r>
            <a:r>
              <a:rPr lang="pt-BR" dirty="0"/>
              <a:t>: Percentual de lares que realizam ao menos </a:t>
            </a:r>
            <a:r>
              <a:rPr lang="pt-BR" b="1" dirty="0"/>
              <a:t>UM ato de compra </a:t>
            </a:r>
            <a:r>
              <a:rPr lang="pt-BR" dirty="0"/>
              <a:t>da categoria/ marca/ canal/ cadeia/ segmento no período em questão</a:t>
            </a:r>
          </a:p>
          <a:p>
            <a:r>
              <a:rPr lang="pt-BR" dirty="0"/>
              <a:t> </a:t>
            </a:r>
            <a:endParaRPr lang="pt-BR" dirty="0">
              <a:highlight>
                <a:srgbClr val="FFFF00"/>
              </a:highlight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B63B86A-1052-76B0-47C0-558B39317BDD}"/>
              </a:ext>
            </a:extLst>
          </p:cNvPr>
          <p:cNvSpPr txBox="1">
            <a:spLocks/>
          </p:cNvSpPr>
          <p:nvPr/>
        </p:nvSpPr>
        <p:spPr>
          <a:xfrm>
            <a:off x="332743" y="2458088"/>
            <a:ext cx="2671066" cy="22403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As marcas / categorias com níveis de penetração mais baixos terão resultados mais voláteis, devido ao alto erro padrão</a:t>
            </a:r>
            <a:br>
              <a:rPr lang="pt-BR" dirty="0"/>
            </a:br>
            <a:br>
              <a:rPr lang="pt-BR" dirty="0"/>
            </a:br>
            <a:r>
              <a:rPr lang="pt-BR" dirty="0"/>
              <a:t>Ou seja, sua precisão é reduzida devido à amostra considerada ser menor</a:t>
            </a:r>
          </a:p>
        </p:txBody>
      </p:sp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44E12375-5A5F-FFCA-9F69-89C3BF9BBD77}"/>
              </a:ext>
            </a:extLst>
          </p:cNvPr>
          <p:cNvSpPr txBox="1">
            <a:spLocks/>
          </p:cNvSpPr>
          <p:nvPr/>
        </p:nvSpPr>
        <p:spPr>
          <a:xfrm>
            <a:off x="10145948" y="5836003"/>
            <a:ext cx="1891331" cy="55399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900" dirty="0"/>
              <a:t>* </a:t>
            </a:r>
          </a:p>
        </p:txBody>
      </p:sp>
      <p:grpSp>
        <p:nvGrpSpPr>
          <p:cNvPr id="14" name="Grupo 26">
            <a:extLst>
              <a:ext uri="{FF2B5EF4-FFF2-40B4-BE49-F238E27FC236}">
                <a16:creationId xmlns:a16="http://schemas.microsoft.com/office/drawing/2014/main" id="{94CE32FE-1220-DA29-6011-D00A4671FC1C}"/>
              </a:ext>
            </a:extLst>
          </p:cNvPr>
          <p:cNvGrpSpPr/>
          <p:nvPr/>
        </p:nvGrpSpPr>
        <p:grpSpPr>
          <a:xfrm>
            <a:off x="3793031" y="2163156"/>
            <a:ext cx="1193269" cy="4255447"/>
            <a:chOff x="2034813" y="990409"/>
            <a:chExt cx="1392644" cy="4419787"/>
          </a:xfrm>
        </p:grpSpPr>
        <p:sp>
          <p:nvSpPr>
            <p:cNvPr id="15" name="CuadroTexto 27">
              <a:extLst>
                <a:ext uri="{FF2B5EF4-FFF2-40B4-BE49-F238E27FC236}">
                  <a16:creationId xmlns:a16="http://schemas.microsoft.com/office/drawing/2014/main" id="{1C3D3803-ACA8-47F5-25BF-021B001249D9}"/>
                </a:ext>
              </a:extLst>
            </p:cNvPr>
            <p:cNvSpPr txBox="1"/>
            <p:nvPr/>
          </p:nvSpPr>
          <p:spPr>
            <a:xfrm>
              <a:off x="2518491" y="990409"/>
              <a:ext cx="7419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900" dirty="0">
                  <a:highlight>
                    <a:srgbClr val="FFFFFF"/>
                  </a:highlight>
                </a:rPr>
                <a:t>16 pix</a:t>
              </a:r>
              <a:endParaRPr lang="pt-BR" sz="900" dirty="0"/>
            </a:p>
          </p:txBody>
        </p:sp>
        <p:grpSp>
          <p:nvGrpSpPr>
            <p:cNvPr id="16" name="Grupo 28">
              <a:extLst>
                <a:ext uri="{FF2B5EF4-FFF2-40B4-BE49-F238E27FC236}">
                  <a16:creationId xmlns:a16="http://schemas.microsoft.com/office/drawing/2014/main" id="{70338E25-521B-3F2E-6078-1BDB15BB38EB}"/>
                </a:ext>
              </a:extLst>
            </p:cNvPr>
            <p:cNvGrpSpPr/>
            <p:nvPr/>
          </p:nvGrpSpPr>
          <p:grpSpPr>
            <a:xfrm>
              <a:off x="2034813" y="2421332"/>
              <a:ext cx="1392644" cy="2988864"/>
              <a:chOff x="1695450" y="2421332"/>
              <a:chExt cx="1392644" cy="2988864"/>
            </a:xfrm>
          </p:grpSpPr>
          <p:sp>
            <p:nvSpPr>
              <p:cNvPr id="18" name="CuadroTexto 30">
                <a:extLst>
                  <a:ext uri="{FF2B5EF4-FFF2-40B4-BE49-F238E27FC236}">
                    <a16:creationId xmlns:a16="http://schemas.microsoft.com/office/drawing/2014/main" id="{7F272577-02C1-F824-330D-2C50E1B5BDD6}"/>
                  </a:ext>
                </a:extLst>
              </p:cNvPr>
              <p:cNvSpPr txBox="1"/>
              <p:nvPr/>
            </p:nvSpPr>
            <p:spPr>
              <a:xfrm>
                <a:off x="1695450" y="5026601"/>
                <a:ext cx="1392644" cy="3835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pt-BR" sz="1200" dirty="0">
                    <a:highlight>
                      <a:srgbClr val="FFFFFF"/>
                    </a:highlight>
                  </a:rPr>
                  <a:t>Marcas de baixa penetração</a:t>
                </a:r>
              </a:p>
            </p:txBody>
          </p:sp>
          <p:cxnSp>
            <p:nvCxnSpPr>
              <p:cNvPr id="19" name="Conector recto 31">
                <a:extLst>
                  <a:ext uri="{FF2B5EF4-FFF2-40B4-BE49-F238E27FC236}">
                    <a16:creationId xmlns:a16="http://schemas.microsoft.com/office/drawing/2014/main" id="{10479E59-8B52-0C93-BD11-DF7E1B9ED6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0086" y="2421332"/>
                <a:ext cx="0" cy="2630221"/>
              </a:xfrm>
              <a:prstGeom prst="line">
                <a:avLst/>
              </a:prstGeom>
              <a:ln w="28575">
                <a:solidFill>
                  <a:srgbClr val="C00000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" name="Grupo 20">
            <a:extLst>
              <a:ext uri="{FF2B5EF4-FFF2-40B4-BE49-F238E27FC236}">
                <a16:creationId xmlns:a16="http://schemas.microsoft.com/office/drawing/2014/main" id="{F879BA72-4D24-F998-1FE3-1A7C6930640C}"/>
              </a:ext>
            </a:extLst>
          </p:cNvPr>
          <p:cNvGrpSpPr/>
          <p:nvPr/>
        </p:nvGrpSpPr>
        <p:grpSpPr>
          <a:xfrm>
            <a:off x="5297768" y="2163154"/>
            <a:ext cx="1591338" cy="4255439"/>
            <a:chOff x="3251971" y="964989"/>
            <a:chExt cx="1857226" cy="5138155"/>
          </a:xfrm>
        </p:grpSpPr>
        <p:grpSp>
          <p:nvGrpSpPr>
            <p:cNvPr id="21" name="Grupo 21">
              <a:extLst>
                <a:ext uri="{FF2B5EF4-FFF2-40B4-BE49-F238E27FC236}">
                  <a16:creationId xmlns:a16="http://schemas.microsoft.com/office/drawing/2014/main" id="{9CFE2538-D552-5228-24A9-76A831A08DAE}"/>
                </a:ext>
              </a:extLst>
            </p:cNvPr>
            <p:cNvGrpSpPr/>
            <p:nvPr/>
          </p:nvGrpSpPr>
          <p:grpSpPr>
            <a:xfrm>
              <a:off x="3251971" y="2539517"/>
              <a:ext cx="1857226" cy="3563627"/>
              <a:chOff x="2997451" y="2614933"/>
              <a:chExt cx="1857226" cy="3563627"/>
            </a:xfrm>
          </p:grpSpPr>
          <p:cxnSp>
            <p:nvCxnSpPr>
              <p:cNvPr id="24" name="Conector recto 24">
                <a:extLst>
                  <a:ext uri="{FF2B5EF4-FFF2-40B4-BE49-F238E27FC236}">
                    <a16:creationId xmlns:a16="http://schemas.microsoft.com/office/drawing/2014/main" id="{833BEE9D-FAA5-0BBC-0A11-E1C0CF206A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6043" y="2614933"/>
                <a:ext cx="0" cy="2982833"/>
              </a:xfrm>
              <a:prstGeom prst="line">
                <a:avLst/>
              </a:prstGeom>
              <a:ln w="28575">
                <a:solidFill>
                  <a:srgbClr val="C00000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CuadroTexto 25">
                <a:extLst>
                  <a:ext uri="{FF2B5EF4-FFF2-40B4-BE49-F238E27FC236}">
                    <a16:creationId xmlns:a16="http://schemas.microsoft.com/office/drawing/2014/main" id="{A64F34E0-0081-5E72-2ACE-8582FCDD4E1C}"/>
                  </a:ext>
                </a:extLst>
              </p:cNvPr>
              <p:cNvSpPr txBox="1"/>
              <p:nvPr/>
            </p:nvSpPr>
            <p:spPr>
              <a:xfrm>
                <a:off x="2997451" y="5732617"/>
                <a:ext cx="1857226" cy="4459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pt-BR" sz="1200" dirty="0">
                    <a:highlight>
                      <a:srgbClr val="FFFFFF"/>
                    </a:highlight>
                  </a:rPr>
                  <a:t>Marcas de média penetração</a:t>
                </a:r>
              </a:p>
            </p:txBody>
          </p:sp>
        </p:grpSp>
        <p:sp>
          <p:nvSpPr>
            <p:cNvPr id="23" name="CuadroTexto 23">
              <a:extLst>
                <a:ext uri="{FF2B5EF4-FFF2-40B4-BE49-F238E27FC236}">
                  <a16:creationId xmlns:a16="http://schemas.microsoft.com/office/drawing/2014/main" id="{63DEC7FB-A0B1-4632-9CB0-5E3A9C4F2F36}"/>
                </a:ext>
              </a:extLst>
            </p:cNvPr>
            <p:cNvSpPr txBox="1"/>
            <p:nvPr/>
          </p:nvSpPr>
          <p:spPr>
            <a:xfrm>
              <a:off x="3766673" y="964989"/>
              <a:ext cx="7419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900" dirty="0">
                  <a:highlight>
                    <a:srgbClr val="FFFFFF"/>
                  </a:highlight>
                </a:rPr>
                <a:t>32 pix</a:t>
              </a:r>
              <a:endParaRPr lang="pt-BR" sz="900" dirty="0"/>
            </a:p>
          </p:txBody>
        </p:sp>
      </p:grpSp>
      <p:grpSp>
        <p:nvGrpSpPr>
          <p:cNvPr id="26" name="Grupo 11">
            <a:extLst>
              <a:ext uri="{FF2B5EF4-FFF2-40B4-BE49-F238E27FC236}">
                <a16:creationId xmlns:a16="http://schemas.microsoft.com/office/drawing/2014/main" id="{4E4D7265-827C-4E15-0F28-2E2C59334D8C}"/>
              </a:ext>
            </a:extLst>
          </p:cNvPr>
          <p:cNvGrpSpPr/>
          <p:nvPr/>
        </p:nvGrpSpPr>
        <p:grpSpPr>
          <a:xfrm>
            <a:off x="7497060" y="2152064"/>
            <a:ext cx="1514844" cy="4216975"/>
            <a:chOff x="5019343" y="980982"/>
            <a:chExt cx="1767949" cy="5091710"/>
          </a:xfrm>
        </p:grpSpPr>
        <p:sp>
          <p:nvSpPr>
            <p:cNvPr id="27" name="CuadroTexto 13">
              <a:extLst>
                <a:ext uri="{FF2B5EF4-FFF2-40B4-BE49-F238E27FC236}">
                  <a16:creationId xmlns:a16="http://schemas.microsoft.com/office/drawing/2014/main" id="{CA2AD092-E9B8-9ED0-FC6D-5C1ED0067484}"/>
                </a:ext>
              </a:extLst>
            </p:cNvPr>
            <p:cNvSpPr txBox="1"/>
            <p:nvPr/>
          </p:nvSpPr>
          <p:spPr>
            <a:xfrm>
              <a:off x="5019343" y="980982"/>
              <a:ext cx="68443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900" dirty="0">
                  <a:highlight>
                    <a:srgbClr val="FFFFFF"/>
                  </a:highlight>
                </a:rPr>
                <a:t>64 pix</a:t>
              </a:r>
              <a:endParaRPr lang="pt-BR" sz="900" dirty="0"/>
            </a:p>
          </p:txBody>
        </p:sp>
        <p:grpSp>
          <p:nvGrpSpPr>
            <p:cNvPr id="28" name="Grupo 15">
              <a:extLst>
                <a:ext uri="{FF2B5EF4-FFF2-40B4-BE49-F238E27FC236}">
                  <a16:creationId xmlns:a16="http://schemas.microsoft.com/office/drawing/2014/main" id="{2C7BEB4C-51AA-ABA2-8AC6-7B9C8550C81B}"/>
                </a:ext>
              </a:extLst>
            </p:cNvPr>
            <p:cNvGrpSpPr/>
            <p:nvPr/>
          </p:nvGrpSpPr>
          <p:grpSpPr>
            <a:xfrm>
              <a:off x="5103506" y="2550692"/>
              <a:ext cx="1683790" cy="3522002"/>
              <a:chOff x="5310895" y="2550692"/>
              <a:chExt cx="1683790" cy="3209501"/>
            </a:xfrm>
          </p:grpSpPr>
          <p:sp>
            <p:nvSpPr>
              <p:cNvPr id="30" name="CuadroTexto 17">
                <a:extLst>
                  <a:ext uri="{FF2B5EF4-FFF2-40B4-BE49-F238E27FC236}">
                    <a16:creationId xmlns:a16="http://schemas.microsoft.com/office/drawing/2014/main" id="{6859F9C4-BAD6-0ADE-BEEB-ECCBD05D2B2E}"/>
                  </a:ext>
                </a:extLst>
              </p:cNvPr>
              <p:cNvSpPr txBox="1"/>
              <p:nvPr/>
            </p:nvSpPr>
            <p:spPr>
              <a:xfrm>
                <a:off x="5310895" y="5353817"/>
                <a:ext cx="1683790" cy="4063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pt-BR" sz="1200" dirty="0">
                    <a:highlight>
                      <a:srgbClr val="FFFFFF"/>
                    </a:highlight>
                  </a:rPr>
                  <a:t>Marcas de alta penetração</a:t>
                </a:r>
              </a:p>
            </p:txBody>
          </p:sp>
          <p:cxnSp>
            <p:nvCxnSpPr>
              <p:cNvPr id="31" name="Conector recto 18">
                <a:extLst>
                  <a:ext uri="{FF2B5EF4-FFF2-40B4-BE49-F238E27FC236}">
                    <a16:creationId xmlns:a16="http://schemas.microsoft.com/office/drawing/2014/main" id="{560349A8-03E3-76CC-8589-872DAAEC3A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68950" y="2550692"/>
                <a:ext cx="0" cy="2773019"/>
              </a:xfrm>
              <a:prstGeom prst="line">
                <a:avLst/>
              </a:prstGeom>
              <a:ln w="28575">
                <a:solidFill>
                  <a:srgbClr val="C00000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0BDA408-068F-5AE8-EBBB-F75AC6ED5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196" y="3757944"/>
            <a:ext cx="3892804" cy="677010"/>
          </a:xfrm>
          <a:prstGeom prst="rect">
            <a:avLst/>
          </a:prstGeom>
        </p:spPr>
      </p:pic>
      <p:pic>
        <p:nvPicPr>
          <p:cNvPr id="17" name="Picture 16" descr="A person with curly hair&#10;&#10;AI-generated content may be incorrect.">
            <a:extLst>
              <a:ext uri="{FF2B5EF4-FFF2-40B4-BE49-F238E27FC236}">
                <a16:creationId xmlns:a16="http://schemas.microsoft.com/office/drawing/2014/main" id="{9BD8A8D1-1826-E846-A9CC-2621D57D5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7803" y="2452544"/>
            <a:ext cx="944962" cy="89923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3B55EE4-BA97-B1ED-38D1-AB1BCDA71E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7106" y="2509957"/>
            <a:ext cx="932662" cy="88753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285E68D-407E-3CC2-EE8D-ADD1E25BE2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1338" y="2508494"/>
            <a:ext cx="944962" cy="899238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AFD922-C479-0F41-0ACD-14D03AE56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z="1100"/>
              <a:t>APAC Region</a:t>
            </a:r>
            <a:r>
              <a:rPr lang="en-GB"/>
              <a:t>| </a:t>
            </a:r>
            <a:fld id="{4034BEE3-566C-4068-A777-C3A4762E861B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9281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4EE83-ACC3-E59C-E945-390227771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C034298-6E91-850A-418E-7EB03FE6AA4D}"/>
              </a:ext>
            </a:extLst>
          </p:cNvPr>
          <p:cNvSpPr txBox="1">
            <a:spLocks/>
          </p:cNvSpPr>
          <p:nvPr/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Fatores que afetam a cobertura:</a:t>
            </a:r>
          </a:p>
        </p:txBody>
      </p:sp>
      <p:sp>
        <p:nvSpPr>
          <p:cNvPr id="5" name="Marcador de texto 9">
            <a:extLst>
              <a:ext uri="{FF2B5EF4-FFF2-40B4-BE49-F238E27FC236}">
                <a16:creationId xmlns:a16="http://schemas.microsoft.com/office/drawing/2014/main" id="{C817A5C0-ED45-B51F-9DB6-B8DF25710E19}"/>
              </a:ext>
            </a:extLst>
          </p:cNvPr>
          <p:cNvSpPr txBox="1">
            <a:spLocks/>
          </p:cNvSpPr>
          <p:nvPr/>
        </p:nvSpPr>
        <p:spPr>
          <a:xfrm>
            <a:off x="360874" y="910800"/>
            <a:ext cx="11466000" cy="396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Importante sempre avaliar em conjunto com insights Worldpanel + Cliente para entender cada fator</a:t>
            </a:r>
          </a:p>
        </p:txBody>
      </p:sp>
      <p:sp>
        <p:nvSpPr>
          <p:cNvPr id="6" name="Marcador de contenido 4">
            <a:extLst>
              <a:ext uri="{FF2B5EF4-FFF2-40B4-BE49-F238E27FC236}">
                <a16:creationId xmlns:a16="http://schemas.microsoft.com/office/drawing/2014/main" id="{D313C710-CF8B-09A8-1EE1-DB532DB7F7DC}"/>
              </a:ext>
            </a:extLst>
          </p:cNvPr>
          <p:cNvSpPr txBox="1">
            <a:spLocks/>
          </p:cNvSpPr>
          <p:nvPr/>
        </p:nvSpPr>
        <p:spPr>
          <a:xfrm>
            <a:off x="360363" y="1710000"/>
            <a:ext cx="2149200" cy="423720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Cobertura populacional do painel:  </a:t>
            </a:r>
          </a:p>
          <a:p>
            <a:r>
              <a:rPr lang="pt-BR" dirty="0"/>
              <a:t>-Define um “teto” para a cobertura de volume</a:t>
            </a:r>
          </a:p>
        </p:txBody>
      </p:sp>
      <p:pic>
        <p:nvPicPr>
          <p:cNvPr id="11" name="Imagen 22">
            <a:extLst>
              <a:ext uri="{FF2B5EF4-FFF2-40B4-BE49-F238E27FC236}">
                <a16:creationId xmlns:a16="http://schemas.microsoft.com/office/drawing/2014/main" id="{D10F643D-C9F7-D077-E99E-927ACC6E9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11" y="4396967"/>
            <a:ext cx="2140651" cy="1550233"/>
          </a:xfrm>
          <a:prstGeom prst="rect">
            <a:avLst/>
          </a:prstGeom>
        </p:spPr>
      </p:pic>
      <p:sp>
        <p:nvSpPr>
          <p:cNvPr id="17" name="Marcador de contenido 5">
            <a:extLst>
              <a:ext uri="{FF2B5EF4-FFF2-40B4-BE49-F238E27FC236}">
                <a16:creationId xmlns:a16="http://schemas.microsoft.com/office/drawing/2014/main" id="{CFE83AC6-0D28-56B3-1889-C1EE991F49D9}"/>
              </a:ext>
            </a:extLst>
          </p:cNvPr>
          <p:cNvSpPr txBox="1">
            <a:spLocks/>
          </p:cNvSpPr>
          <p:nvPr/>
        </p:nvSpPr>
        <p:spPr>
          <a:xfrm>
            <a:off x="2689691" y="1710000"/>
            <a:ext cx="2149200" cy="4237200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Ciclo de vida da marca:  </a:t>
            </a:r>
          </a:p>
          <a:p>
            <a:pPr marL="285750" indent="-285750">
              <a:buFontTx/>
              <a:buChar char="-"/>
            </a:pPr>
            <a:r>
              <a:rPr lang="pt-BR" dirty="0"/>
              <a:t>Lançamentos:  Baixa cobertura</a:t>
            </a:r>
          </a:p>
          <a:p>
            <a:pPr marL="285750" indent="-285750">
              <a:buFontTx/>
              <a:buChar char="-"/>
            </a:pPr>
            <a:r>
              <a:rPr lang="pt-BR" dirty="0"/>
              <a:t>Madurez: Cobertura real</a:t>
            </a:r>
          </a:p>
          <a:p>
            <a:pPr marL="285750" indent="-285750">
              <a:buFontTx/>
              <a:buChar char="-"/>
            </a:pPr>
            <a:r>
              <a:rPr lang="pt-BR" dirty="0"/>
              <a:t>Retirada do mercado: Sobrecobertura</a:t>
            </a:r>
          </a:p>
        </p:txBody>
      </p:sp>
      <p:pic>
        <p:nvPicPr>
          <p:cNvPr id="22" name="Imagen 17">
            <a:extLst>
              <a:ext uri="{FF2B5EF4-FFF2-40B4-BE49-F238E27FC236}">
                <a16:creationId xmlns:a16="http://schemas.microsoft.com/office/drawing/2014/main" id="{C8DCDC81-5B9F-FA2C-7B4C-C95F78942C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009" r="3761" b="5075"/>
          <a:stretch/>
        </p:blipFill>
        <p:spPr>
          <a:xfrm>
            <a:off x="2689690" y="4396967"/>
            <a:ext cx="2149201" cy="1550233"/>
          </a:xfrm>
          <a:prstGeom prst="rect">
            <a:avLst/>
          </a:prstGeom>
        </p:spPr>
      </p:pic>
      <p:sp>
        <p:nvSpPr>
          <p:cNvPr id="29" name="Marcador de contenido 6">
            <a:extLst>
              <a:ext uri="{FF2B5EF4-FFF2-40B4-BE49-F238E27FC236}">
                <a16:creationId xmlns:a16="http://schemas.microsoft.com/office/drawing/2014/main" id="{F1376204-4402-6237-8C27-402D349D80A7}"/>
              </a:ext>
            </a:extLst>
          </p:cNvPr>
          <p:cNvSpPr txBox="1">
            <a:spLocks/>
          </p:cNvSpPr>
          <p:nvPr/>
        </p:nvSpPr>
        <p:spPr>
          <a:xfrm>
            <a:off x="5019019" y="1710000"/>
            <a:ext cx="2149200" cy="4237200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Concentração de vendas:</a:t>
            </a:r>
          </a:p>
          <a:p>
            <a:r>
              <a:rPr lang="pt-BR" dirty="0"/>
              <a:t>Pode ser tanto em alguma região quanto em um canal, ou ambos</a:t>
            </a:r>
          </a:p>
          <a:p>
            <a:r>
              <a:rPr lang="pt-BR" dirty="0"/>
              <a:t>Ocorre frequentemente com produtos de nicho</a:t>
            </a:r>
          </a:p>
        </p:txBody>
      </p:sp>
      <p:pic>
        <p:nvPicPr>
          <p:cNvPr id="32" name="Imagen 21">
            <a:extLst>
              <a:ext uri="{FF2B5EF4-FFF2-40B4-BE49-F238E27FC236}">
                <a16:creationId xmlns:a16="http://schemas.microsoft.com/office/drawing/2014/main" id="{BBC9253A-7DF6-BB9D-1E5D-CD607FCB9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8336" y="4396968"/>
            <a:ext cx="2149201" cy="1550232"/>
          </a:xfrm>
          <a:prstGeom prst="rect">
            <a:avLst/>
          </a:prstGeom>
        </p:spPr>
      </p:pic>
      <p:sp>
        <p:nvSpPr>
          <p:cNvPr id="33" name="Marcador de contenido 8">
            <a:extLst>
              <a:ext uri="{FF2B5EF4-FFF2-40B4-BE49-F238E27FC236}">
                <a16:creationId xmlns:a16="http://schemas.microsoft.com/office/drawing/2014/main" id="{AA0F2C4C-6C7E-45D2-8DF0-D08F3C3A17C7}"/>
              </a:ext>
            </a:extLst>
          </p:cNvPr>
          <p:cNvSpPr txBox="1">
            <a:spLocks/>
          </p:cNvSpPr>
          <p:nvPr/>
        </p:nvSpPr>
        <p:spPr>
          <a:xfrm>
            <a:off x="9677674" y="1710000"/>
            <a:ext cx="2149200" cy="42372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Fatores externos:</a:t>
            </a:r>
          </a:p>
          <a:p>
            <a:pPr marL="285750" indent="-285750">
              <a:buFontTx/>
              <a:buChar char="-"/>
            </a:pPr>
            <a:r>
              <a:rPr lang="pt-BR" dirty="0"/>
              <a:t>Exportações</a:t>
            </a:r>
          </a:p>
          <a:p>
            <a:pPr marL="285750" indent="-285750">
              <a:buFontTx/>
              <a:buChar char="-"/>
            </a:pPr>
            <a:r>
              <a:rPr lang="pt-BR" dirty="0"/>
              <a:t>Contrabando</a:t>
            </a:r>
          </a:p>
          <a:p>
            <a:pPr marL="285750" indent="-285750">
              <a:buFontTx/>
              <a:buChar char="-"/>
            </a:pPr>
            <a:r>
              <a:rPr lang="pt-BR" dirty="0"/>
              <a:t>Realidade social do país</a:t>
            </a:r>
          </a:p>
          <a:p>
            <a:pPr marL="285750" indent="-285750">
              <a:buFontTx/>
              <a:buChar char="-"/>
            </a:pPr>
            <a:r>
              <a:rPr lang="pt-BR" dirty="0"/>
              <a:t>Particularidade da categoria</a:t>
            </a:r>
          </a:p>
        </p:txBody>
      </p:sp>
      <p:pic>
        <p:nvPicPr>
          <p:cNvPr id="36" name="Imagen 23">
            <a:extLst>
              <a:ext uri="{FF2B5EF4-FFF2-40B4-BE49-F238E27FC236}">
                <a16:creationId xmlns:a16="http://schemas.microsoft.com/office/drawing/2014/main" id="{E503E2A4-0726-C24F-5F59-9597B10625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665" y="4380510"/>
            <a:ext cx="2173589" cy="1566690"/>
          </a:xfrm>
          <a:prstGeom prst="rect">
            <a:avLst/>
          </a:prstGeom>
        </p:spPr>
      </p:pic>
      <p:sp>
        <p:nvSpPr>
          <p:cNvPr id="38" name="Marcador de contenido 7">
            <a:extLst>
              <a:ext uri="{FF2B5EF4-FFF2-40B4-BE49-F238E27FC236}">
                <a16:creationId xmlns:a16="http://schemas.microsoft.com/office/drawing/2014/main" id="{50ED823A-BCAF-99C5-A012-DCA6B53056C7}"/>
              </a:ext>
            </a:extLst>
          </p:cNvPr>
          <p:cNvSpPr txBox="1">
            <a:spLocks/>
          </p:cNvSpPr>
          <p:nvPr/>
        </p:nvSpPr>
        <p:spPr>
          <a:xfrm>
            <a:off x="7348347" y="1710000"/>
            <a:ext cx="2149200" cy="42372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Consumo fora do lar:</a:t>
            </a:r>
          </a:p>
          <a:p>
            <a:pPr marL="285750" indent="-285750">
              <a:buFontTx/>
              <a:buChar char="-"/>
            </a:pPr>
            <a:r>
              <a:rPr lang="pt-BR" dirty="0"/>
              <a:t>Institucional</a:t>
            </a:r>
          </a:p>
          <a:p>
            <a:pPr marL="285750" indent="-285750">
              <a:buFontTx/>
              <a:buChar char="-"/>
            </a:pPr>
            <a:r>
              <a:rPr lang="pt-BR" dirty="0"/>
              <a:t>Restaurantes / bares / cafeterias</a:t>
            </a:r>
          </a:p>
          <a:p>
            <a:pPr marL="285750" indent="-285750">
              <a:buFontTx/>
              <a:buChar char="-"/>
            </a:pPr>
            <a:r>
              <a:rPr lang="pt-BR" dirty="0"/>
              <a:t>Comercio informal</a:t>
            </a:r>
          </a:p>
          <a:p>
            <a:pPr marL="285750" indent="-285750">
              <a:buFontTx/>
              <a:buChar char="-"/>
            </a:pPr>
            <a:r>
              <a:rPr lang="pt-BR" dirty="0"/>
              <a:t>On the go</a:t>
            </a:r>
          </a:p>
        </p:txBody>
      </p:sp>
      <p:pic>
        <p:nvPicPr>
          <p:cNvPr id="3" name="Imagen 20">
            <a:extLst>
              <a:ext uri="{FF2B5EF4-FFF2-40B4-BE49-F238E27FC236}">
                <a16:creationId xmlns:a16="http://schemas.microsoft.com/office/drawing/2014/main" id="{BA5A8EE6-E70E-65E1-8AAD-CF4AAF5A9F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1208" y="4396968"/>
            <a:ext cx="2149201" cy="1550232"/>
          </a:xfrm>
          <a:prstGeom prst="rect">
            <a:avLst/>
          </a:prstGeom>
        </p:spPr>
      </p:pic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616B8DE0-3735-40CF-2770-A58C53744F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z="1100"/>
              <a:t>APAC Region</a:t>
            </a:r>
            <a:r>
              <a:rPr lang="en-GB"/>
              <a:t>| </a:t>
            </a:r>
            <a:fld id="{4034BEE3-566C-4068-A777-C3A4762E861B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8382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44D86-BD44-0493-E4C7-5FC12E5B5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E26A708-DF74-C7A4-BE45-578C285F4248}"/>
              </a:ext>
            </a:extLst>
          </p:cNvPr>
          <p:cNvSpPr txBox="1">
            <a:spLocks/>
          </p:cNvSpPr>
          <p:nvPr/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Objective of the Coverage Analysis</a:t>
            </a:r>
            <a:r>
              <a:rPr lang="es-MX" noProof="0" dirty="0"/>
              <a:t>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EABA809-F03D-9B92-44B4-842A0512EA02}"/>
              </a:ext>
            </a:extLst>
          </p:cNvPr>
          <p:cNvSpPr txBox="1"/>
          <p:nvPr/>
        </p:nvSpPr>
        <p:spPr>
          <a:xfrm>
            <a:off x="1988126" y="1037471"/>
            <a:ext cx="87348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B414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The coverage level is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not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B414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an indicator of panel performance. </a:t>
            </a:r>
          </a:p>
          <a:p>
            <a:pPr algn="ctr"/>
            <a:endParaRPr lang="en-US" b="1" dirty="0">
              <a:solidFill>
                <a:srgbClr val="3B4145"/>
              </a:solidFill>
              <a:latin typeface="+mj-lt"/>
            </a:endParaRPr>
          </a:p>
          <a:p>
            <a:pPr algn="ctr"/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B414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It is, above all, an indicator of the type of consumption and behavior of a category within the household</a:t>
            </a:r>
            <a:br>
              <a:rPr lang="es-MX" sz="1600" b="1" noProof="0" dirty="0">
                <a:latin typeface="+mj-lt"/>
              </a:rPr>
            </a:br>
            <a:endParaRPr lang="es-MX" noProof="0" dirty="0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22D97A90-8F4B-83BA-62F3-6B4BB8D85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650" y="2583713"/>
            <a:ext cx="1144905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Greater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better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understanding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market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consumption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relationships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allowing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alignment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client’s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sales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strategies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household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purchasing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habits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Identify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opportunities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improve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our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service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and position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it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as a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value-added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contribution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client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Estimate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pipeline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manufacturer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brand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segment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Validate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trends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opposite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variations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short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long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term</a:t>
            </a: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8641CC-9799-E055-5D22-B2A28B8F4E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/>
              <a:t>| </a:t>
            </a:r>
            <a:fld id="{4034BEE3-566C-4068-A777-C3A4762E861B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421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FC5CE-1844-5E37-D2F7-C7553D556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E7212E88-0836-3C47-0593-3CC229A9E399}"/>
              </a:ext>
            </a:extLst>
          </p:cNvPr>
          <p:cNvSpPr txBox="1">
            <a:spLocks/>
          </p:cNvSpPr>
          <p:nvPr/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err="1"/>
              <a:t>Coverage</a:t>
            </a:r>
            <a:r>
              <a:rPr lang="es-MX" dirty="0"/>
              <a:t>: </a:t>
            </a:r>
            <a:r>
              <a:rPr lang="es-MX" dirty="0" err="1"/>
              <a:t>Definition</a:t>
            </a:r>
            <a:r>
              <a:rPr lang="es-MX" dirty="0"/>
              <a:t> and </a:t>
            </a:r>
            <a:r>
              <a:rPr lang="es-MX" dirty="0" err="1"/>
              <a:t>Calculation</a:t>
            </a:r>
            <a:br>
              <a:rPr lang="es-MX" dirty="0"/>
            </a:br>
            <a:endParaRPr lang="es-MX" noProof="0" dirty="0"/>
          </a:p>
        </p:txBody>
      </p:sp>
      <p:sp>
        <p:nvSpPr>
          <p:cNvPr id="7" name="Marcador de texto 8">
            <a:extLst>
              <a:ext uri="{FF2B5EF4-FFF2-40B4-BE49-F238E27FC236}">
                <a16:creationId xmlns:a16="http://schemas.microsoft.com/office/drawing/2014/main" id="{BE248005-E7CA-8F10-659D-D4713391E3B4}"/>
              </a:ext>
            </a:extLst>
          </p:cNvPr>
          <p:cNvSpPr txBox="1">
            <a:spLocks/>
          </p:cNvSpPr>
          <p:nvPr/>
        </p:nvSpPr>
        <p:spPr>
          <a:xfrm>
            <a:off x="360363" y="910799"/>
            <a:ext cx="11466512" cy="75205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dirty="0"/>
              <a:t>Relationship between the collected market size (our purchases) and the </a:t>
            </a:r>
            <a:r>
              <a:rPr lang="en-US" sz="1800" b="1" dirty="0"/>
              <a:t>TOTAL PRODUCT VOLUME</a:t>
            </a:r>
            <a:r>
              <a:rPr lang="en-US" sz="1800" dirty="0"/>
              <a:t> distributed by a manufacturer in that market</a:t>
            </a:r>
            <a:endParaRPr lang="es-MX" sz="18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Marcador de texto 4">
                <a:extLst>
                  <a:ext uri="{FF2B5EF4-FFF2-40B4-BE49-F238E27FC236}">
                    <a16:creationId xmlns:a16="http://schemas.microsoft.com/office/drawing/2014/main" id="{F26102B3-96F3-CECB-700D-4997864F9A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57372" y="1877983"/>
                <a:ext cx="5626800" cy="752052"/>
              </a:xfrm>
              <a:prstGeom prst="rect">
                <a:avLst/>
              </a:prstGeom>
              <a:solidFill>
                <a:srgbClr val="77C9D0"/>
              </a:solidFill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57188" indent="-179388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tabLst/>
                  <a:defRPr sz="16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34988" indent="-1778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tabLst/>
                  <a:defRPr sz="16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58825" indent="-179388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tabLst/>
                  <a:defRPr sz="16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82663" indent="-179388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tabLst/>
                  <a:defRPr sz="16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1" i="1">
                          <a:latin typeface="Cambria Math" panose="02040503050406030204" pitchFamily="18" charset="0"/>
                        </a:rPr>
                        <m:t>𝑪𝒐𝒗𝒆𝒓𝒂𝒈𝒆</m:t>
                      </m:r>
                      <m:r>
                        <a:rPr lang="es-MX" sz="1800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800" b="1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𝑷𝒖𝒓𝒄𝒉𝒂𝒔𝒆𝒔</m:t>
                          </m:r>
                        </m:num>
                        <m:den>
                          <m:r>
                            <a:rPr lang="es-MX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𝑪𝒍𝒊𝒆𝒏𝒕</m:t>
                          </m:r>
                          <m:r>
                            <a:rPr lang="es-MX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s-MX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𝑺𝒂𝒍𝒆𝒔</m:t>
                          </m:r>
                          <m:r>
                            <a:rPr lang="es-MX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/ </m:t>
                          </m:r>
                          <m:r>
                            <a:rPr lang="es-MX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𝑺𝒉𝒊𝒑𝒎𝒆𝒏𝒕𝒔</m:t>
                          </m:r>
                        </m:den>
                      </m:f>
                    </m:oMath>
                  </m:oMathPara>
                </a14:m>
                <a:endParaRPr lang="es-MX" sz="1800" noProof="0" dirty="0"/>
              </a:p>
            </p:txBody>
          </p:sp>
        </mc:Choice>
        <mc:Fallback xmlns="">
          <p:sp>
            <p:nvSpPr>
              <p:cNvPr id="8" name="Marcador de texto 4">
                <a:extLst>
                  <a:ext uri="{FF2B5EF4-FFF2-40B4-BE49-F238E27FC236}">
                    <a16:creationId xmlns:a16="http://schemas.microsoft.com/office/drawing/2014/main" id="{F26102B3-96F3-CECB-700D-4997864F9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7372" y="1877983"/>
                <a:ext cx="5626800" cy="7520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55788850-DFC6-080B-F597-CCC084151591}"/>
              </a:ext>
            </a:extLst>
          </p:cNvPr>
          <p:cNvGrpSpPr/>
          <p:nvPr/>
        </p:nvGrpSpPr>
        <p:grpSpPr>
          <a:xfrm>
            <a:off x="3119971" y="3652839"/>
            <a:ext cx="5966877" cy="1150254"/>
            <a:chOff x="0" y="0"/>
            <a:chExt cx="5626100" cy="1150254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06B05AB-5110-7B7A-07B7-17C6D0BE8568}"/>
                </a:ext>
              </a:extLst>
            </p:cNvPr>
            <p:cNvSpPr/>
            <p:nvPr/>
          </p:nvSpPr>
          <p:spPr>
            <a:xfrm>
              <a:off x="0" y="0"/>
              <a:ext cx="5626100" cy="115025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MX" noProof="0" dirty="0"/>
            </a:p>
          </p:txBody>
        </p:sp>
        <p:sp>
          <p:nvSpPr>
            <p:cNvPr id="15" name="Rectangle: Rounded Corners 4">
              <a:extLst>
                <a:ext uri="{FF2B5EF4-FFF2-40B4-BE49-F238E27FC236}">
                  <a16:creationId xmlns:a16="http://schemas.microsoft.com/office/drawing/2014/main" id="{73D49E12-D5A1-6E2C-9BAB-BA1E37170F0E}"/>
                </a:ext>
              </a:extLst>
            </p:cNvPr>
            <p:cNvSpPr txBox="1"/>
            <p:nvPr/>
          </p:nvSpPr>
          <p:spPr>
            <a:xfrm>
              <a:off x="1240245" y="0"/>
              <a:ext cx="4385854" cy="115025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t" anchorCtr="0">
              <a:noAutofit/>
            </a:bodyPr>
            <a:lstStyle/>
            <a:p>
              <a:pPr lvl="0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MX" sz="2000" dirty="0"/>
                <a:t>In </a:t>
              </a:r>
              <a:r>
                <a:rPr lang="es-MX" sz="2000" dirty="0" err="1"/>
                <a:t>volume</a:t>
              </a:r>
              <a:r>
                <a:rPr lang="es-MX" sz="2000" dirty="0"/>
                <a:t> – </a:t>
              </a:r>
              <a:r>
                <a:rPr lang="es-MX" sz="2000" dirty="0" err="1"/>
                <a:t>same</a:t>
              </a:r>
              <a:r>
                <a:rPr lang="es-MX" sz="2000" dirty="0"/>
                <a:t> </a:t>
              </a:r>
              <a:r>
                <a:rPr lang="es-MX" sz="2000" dirty="0" err="1"/>
                <a:t>units</a:t>
              </a:r>
              <a:endParaRPr lang="es-MX" sz="1900" kern="1200" noProof="0" dirty="0"/>
            </a:p>
            <a:p>
              <a:pPr marL="114300" lvl="1" indent="-114300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MX" sz="1600" dirty="0"/>
                <a:t>kilos, </a:t>
              </a:r>
              <a:r>
                <a:rPr lang="es-MX" sz="1600" dirty="0" err="1"/>
                <a:t>liters</a:t>
              </a:r>
              <a:r>
                <a:rPr lang="es-MX" sz="1600" dirty="0"/>
                <a:t>, </a:t>
              </a:r>
              <a:r>
                <a:rPr lang="es-MX" sz="1600" dirty="0" err="1"/>
                <a:t>stat</a:t>
              </a:r>
              <a:r>
                <a:rPr lang="es-MX" sz="1600" dirty="0"/>
                <a:t> </a:t>
              </a:r>
              <a:r>
                <a:rPr lang="es-MX" sz="1600" dirty="0" err="1"/>
                <a:t>units</a:t>
              </a:r>
              <a:endParaRPr lang="es-MX" sz="1500" kern="1200" noProof="0" dirty="0"/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48880FD-8021-5E29-7570-1FA56A4F9578}"/>
              </a:ext>
            </a:extLst>
          </p:cNvPr>
          <p:cNvSpPr/>
          <p:nvPr/>
        </p:nvSpPr>
        <p:spPr>
          <a:xfrm>
            <a:off x="3215585" y="3767864"/>
            <a:ext cx="1125220" cy="920203"/>
          </a:xfrm>
          <a:prstGeom prst="roundRect">
            <a:avLst>
              <a:gd name="adj" fmla="val 10000"/>
            </a:avLst>
          </a:prstGeom>
          <a:blipFill rotWithShape="1">
            <a:blip r:embed="rId3"/>
            <a:srcRect/>
            <a:stretch>
              <a:fillRect t="-11000" b="-11000"/>
            </a:stretch>
          </a:blipFill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dk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s-MX" noProof="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12490EA-49B4-4896-849D-6E7AD970A38B}"/>
              </a:ext>
            </a:extLst>
          </p:cNvPr>
          <p:cNvGrpSpPr/>
          <p:nvPr/>
        </p:nvGrpSpPr>
        <p:grpSpPr>
          <a:xfrm>
            <a:off x="3119972" y="4873828"/>
            <a:ext cx="5966878" cy="1516171"/>
            <a:chOff x="0" y="1265869"/>
            <a:chExt cx="5626100" cy="1150254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5CA34D3-2E8B-ABD1-C0AF-9D9391618DC7}"/>
                </a:ext>
              </a:extLst>
            </p:cNvPr>
            <p:cNvSpPr/>
            <p:nvPr/>
          </p:nvSpPr>
          <p:spPr>
            <a:xfrm>
              <a:off x="0" y="1265869"/>
              <a:ext cx="5626100" cy="115025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MX" noProof="0" dirty="0"/>
            </a:p>
          </p:txBody>
        </p:sp>
        <p:sp>
          <p:nvSpPr>
            <p:cNvPr id="19" name="Rectangle: Rounded Corners 4">
              <a:extLst>
                <a:ext uri="{FF2B5EF4-FFF2-40B4-BE49-F238E27FC236}">
                  <a16:creationId xmlns:a16="http://schemas.microsoft.com/office/drawing/2014/main" id="{FC3071B7-80AD-0872-2A6A-1192E845F2BB}"/>
                </a:ext>
              </a:extLst>
            </p:cNvPr>
            <p:cNvSpPr txBox="1"/>
            <p:nvPr/>
          </p:nvSpPr>
          <p:spPr>
            <a:xfrm>
              <a:off x="1240245" y="1265869"/>
              <a:ext cx="4385854" cy="115025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t" anchorCtr="0">
              <a:noAutofit/>
            </a:bodyPr>
            <a:lstStyle/>
            <a:p>
              <a:pPr lvl="0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MX" sz="2000" dirty="0"/>
                <a:t>In </a:t>
              </a:r>
              <a:r>
                <a:rPr lang="es-MX" sz="2000" dirty="0" err="1"/>
                <a:t>rolling</a:t>
              </a:r>
              <a:r>
                <a:rPr lang="es-MX" sz="2000" dirty="0"/>
                <a:t> </a:t>
              </a:r>
              <a:r>
                <a:rPr lang="es-MX" sz="2000" dirty="0" err="1"/>
                <a:t>years</a:t>
              </a:r>
              <a:endParaRPr lang="es-MX" sz="1900" dirty="0"/>
            </a:p>
            <a:p>
              <a:pPr marL="285750" lvl="0" indent="-285750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Char char="•"/>
              </a:pPr>
              <a:r>
                <a:rPr lang="en-US" sz="1600" dirty="0"/>
                <a:t>To understand the long-term general effects of: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Seasonality, sales campaigns, pipeline</a:t>
              </a: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6E91E48-A6BA-98BC-8671-4A0DC4644AE7}"/>
              </a:ext>
            </a:extLst>
          </p:cNvPr>
          <p:cNvSpPr/>
          <p:nvPr/>
        </p:nvSpPr>
        <p:spPr>
          <a:xfrm>
            <a:off x="3215585" y="4918118"/>
            <a:ext cx="1125220" cy="920203"/>
          </a:xfrm>
          <a:prstGeom prst="roundRect">
            <a:avLst>
              <a:gd name="adj" fmla="val 10000"/>
            </a:avLst>
          </a:prstGeom>
          <a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dk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s-MX" noProof="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D28E2FF-DFCE-E386-9934-34F2C1A3D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/>
              <a:t>| </a:t>
            </a:r>
            <a:fld id="{4034BEE3-566C-4068-A777-C3A4762E861B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1450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68A6D-B383-94ED-E3FD-1DCF097EA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1BAD871-B976-5470-35DE-331F02416B76}"/>
              </a:ext>
            </a:extLst>
          </p:cNvPr>
          <p:cNvSpPr txBox="1">
            <a:spLocks/>
          </p:cNvSpPr>
          <p:nvPr/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noProof="0" dirty="0"/>
              <a:t>Pipeline: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03DB5A0-1ABE-3CA5-1CEB-6958CB5ABD4F}"/>
              </a:ext>
            </a:extLst>
          </p:cNvPr>
          <p:cNvSpPr txBox="1">
            <a:spLocks/>
          </p:cNvSpPr>
          <p:nvPr/>
        </p:nvSpPr>
        <p:spPr>
          <a:xfrm>
            <a:off x="360363" y="910800"/>
            <a:ext cx="11466000" cy="396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Time in months between the manufacturer’s sale and the household’s purchase.</a:t>
            </a:r>
            <a:br>
              <a:rPr lang="en-US" dirty="0"/>
            </a:br>
            <a:r>
              <a:rPr lang="en-US" dirty="0"/>
              <a:t>Starts with a minimum of one month due to the time between sale and stocking/availability at point of sale</a:t>
            </a:r>
            <a:r>
              <a:rPr lang="es-MX" noProof="0" dirty="0"/>
              <a:t>.</a:t>
            </a:r>
          </a:p>
        </p:txBody>
      </p:sp>
      <p:sp>
        <p:nvSpPr>
          <p:cNvPr id="6" name="Marcador de contenido 50">
            <a:extLst>
              <a:ext uri="{FF2B5EF4-FFF2-40B4-BE49-F238E27FC236}">
                <a16:creationId xmlns:a16="http://schemas.microsoft.com/office/drawing/2014/main" id="{B42441BD-A425-AAEF-7411-8513F46A2C75}"/>
              </a:ext>
            </a:extLst>
          </p:cNvPr>
          <p:cNvSpPr txBox="1">
            <a:spLocks/>
          </p:cNvSpPr>
          <p:nvPr/>
        </p:nvSpPr>
        <p:spPr>
          <a:xfrm>
            <a:off x="8320854" y="1852387"/>
            <a:ext cx="3361111" cy="24314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Factors to consider:</a:t>
            </a:r>
            <a:endParaRPr lang="en-US" sz="1200" dirty="0"/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Product shelf life: shorter pipeline for fresh/high-turnover products.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Distribution chain: direct vs indirect distribution.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Geography: transport times.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Market factors: expected price increases.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Commercial actions: company sales campaigns / calendar year-end closings.</a:t>
            </a:r>
          </a:p>
        </p:txBody>
      </p:sp>
      <p:sp>
        <p:nvSpPr>
          <p:cNvPr id="9" name="CuadroTexto 5">
            <a:extLst>
              <a:ext uri="{FF2B5EF4-FFF2-40B4-BE49-F238E27FC236}">
                <a16:creationId xmlns:a16="http://schemas.microsoft.com/office/drawing/2014/main" id="{9F881B05-1B2D-B170-3EBB-7AABE4D4E6E8}"/>
              </a:ext>
            </a:extLst>
          </p:cNvPr>
          <p:cNvSpPr txBox="1"/>
          <p:nvPr/>
        </p:nvSpPr>
        <p:spPr>
          <a:xfrm>
            <a:off x="8234722" y="4667133"/>
            <a:ext cx="3361112" cy="1200329"/>
          </a:xfrm>
          <a:prstGeom prst="rect">
            <a:avLst/>
          </a:prstGeom>
          <a:gradFill>
            <a:gsLst>
              <a:gs pos="0">
                <a:srgbClr val="2EEFEF"/>
              </a:gs>
              <a:gs pos="100000">
                <a:srgbClr val="0CF0B8"/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200" dirty="0"/>
              <a:t>The pipeline is highly impacted by variations in the client’s shipments. </a:t>
            </a:r>
          </a:p>
          <a:p>
            <a:endParaRPr lang="en-US" sz="1200" dirty="0"/>
          </a:p>
          <a:p>
            <a:r>
              <a:rPr lang="en-US" sz="1200" dirty="0"/>
              <a:t>If client sales grow beyond previous trends, the pipeline tends to increase; and if client sales decrease, the pipeline also tends to shorten.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C746E5-6DE5-73F7-E3B7-43B270B75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99" y="1742706"/>
            <a:ext cx="7668722" cy="4489928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A56BD76E-64A5-5E13-852E-1DEB9EAE8701}"/>
              </a:ext>
            </a:extLst>
          </p:cNvPr>
          <p:cNvSpPr/>
          <p:nvPr/>
        </p:nvSpPr>
        <p:spPr bwMode="ltGray">
          <a:xfrm>
            <a:off x="3248025" y="2105025"/>
            <a:ext cx="1238250" cy="396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>
                <a:solidFill>
                  <a:schemeClr val="bg2"/>
                </a:solidFill>
              </a:rPr>
              <a:t>Direct Sale</a:t>
            </a:r>
            <a:endParaRPr lang="es-MX" sz="1400" b="0" dirty="0">
              <a:solidFill>
                <a:schemeClr val="bg2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C74F96A-5D4B-7316-3152-4A3B7FA0B768}"/>
              </a:ext>
            </a:extLst>
          </p:cNvPr>
          <p:cNvSpPr/>
          <p:nvPr/>
        </p:nvSpPr>
        <p:spPr bwMode="ltGray">
          <a:xfrm>
            <a:off x="3248025" y="2974603"/>
            <a:ext cx="1385888" cy="78777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 err="1">
                <a:solidFill>
                  <a:schemeClr val="bg2"/>
                </a:solidFill>
              </a:rPr>
              <a:t>Indirect</a:t>
            </a:r>
            <a:r>
              <a:rPr lang="es-MX" sz="1400" dirty="0">
                <a:solidFill>
                  <a:schemeClr val="bg2"/>
                </a:solidFill>
              </a:rPr>
              <a:t> </a:t>
            </a:r>
            <a:r>
              <a:rPr lang="es-MX" sz="1400" dirty="0" err="1">
                <a:solidFill>
                  <a:schemeClr val="bg2"/>
                </a:solidFill>
              </a:rPr>
              <a:t>Distribution</a:t>
            </a:r>
            <a:r>
              <a:rPr lang="es-MX" sz="1400" dirty="0">
                <a:solidFill>
                  <a:schemeClr val="bg2"/>
                </a:solidFill>
              </a:rPr>
              <a:t> (</a:t>
            </a:r>
            <a:r>
              <a:rPr lang="es-MX" sz="1400" dirty="0" err="1">
                <a:solidFill>
                  <a:schemeClr val="bg2"/>
                </a:solidFill>
              </a:rPr>
              <a:t>Wholesalers</a:t>
            </a:r>
            <a:r>
              <a:rPr lang="es-MX" sz="1400" dirty="0">
                <a:solidFill>
                  <a:schemeClr val="bg2"/>
                </a:solidFill>
              </a:rPr>
              <a:t>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E0105DF-98F6-FA46-E043-F9E4CFE60E02}"/>
              </a:ext>
            </a:extLst>
          </p:cNvPr>
          <p:cNvSpPr/>
          <p:nvPr/>
        </p:nvSpPr>
        <p:spPr bwMode="ltGray">
          <a:xfrm>
            <a:off x="3100387" y="4235953"/>
            <a:ext cx="1533525" cy="43118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 err="1">
                <a:solidFill>
                  <a:schemeClr val="bg2"/>
                </a:solidFill>
              </a:rPr>
              <a:t>Retail</a:t>
            </a:r>
            <a:r>
              <a:rPr lang="es-MX" sz="1400" dirty="0">
                <a:solidFill>
                  <a:schemeClr val="bg2"/>
                </a:solidFill>
              </a:rPr>
              <a:t> </a:t>
            </a:r>
            <a:r>
              <a:rPr lang="es-MX" sz="1400" dirty="0" err="1">
                <a:solidFill>
                  <a:schemeClr val="bg2"/>
                </a:solidFill>
              </a:rPr>
              <a:t>Stores</a:t>
            </a:r>
            <a:endParaRPr lang="es-MX" sz="1400" dirty="0">
              <a:solidFill>
                <a:schemeClr val="bg2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2758A3C-8AF9-586E-E237-CE9700AE267F}"/>
              </a:ext>
            </a:extLst>
          </p:cNvPr>
          <p:cNvSpPr/>
          <p:nvPr/>
        </p:nvSpPr>
        <p:spPr bwMode="ltGray">
          <a:xfrm>
            <a:off x="5657851" y="3759250"/>
            <a:ext cx="742950" cy="21559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s-MX" sz="1400" dirty="0">
              <a:solidFill>
                <a:schemeClr val="bg2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CD39433-39EB-0781-E7CC-AEEC97C28918}"/>
              </a:ext>
            </a:extLst>
          </p:cNvPr>
          <p:cNvSpPr/>
          <p:nvPr/>
        </p:nvSpPr>
        <p:spPr bwMode="ltGray">
          <a:xfrm>
            <a:off x="5453856" y="3658713"/>
            <a:ext cx="1100137" cy="43118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 err="1">
                <a:solidFill>
                  <a:schemeClr val="bg2"/>
                </a:solidFill>
              </a:rPr>
              <a:t>Warehouse</a:t>
            </a:r>
            <a:endParaRPr lang="es-MX" sz="1400" dirty="0">
              <a:solidFill>
                <a:schemeClr val="bg2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F1F04D8-51B0-2DD0-23C0-AB93B36FF09C}"/>
              </a:ext>
            </a:extLst>
          </p:cNvPr>
          <p:cNvSpPr/>
          <p:nvPr/>
        </p:nvSpPr>
        <p:spPr bwMode="ltGray">
          <a:xfrm>
            <a:off x="5707856" y="5267296"/>
            <a:ext cx="2320865" cy="115998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Other Channels / Unmeasured Consumption: Hospitals – Restaurants</a:t>
            </a:r>
            <a:endParaRPr lang="es-MX" sz="1400" dirty="0">
              <a:solidFill>
                <a:schemeClr val="bg2"/>
              </a:solidFill>
            </a:endParaRPr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E1074D91-9DA7-28A3-500B-961DDF4E3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/>
              <a:t>| </a:t>
            </a:r>
            <a:fld id="{4034BEE3-566C-4068-A777-C3A4762E861B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4681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84E77-5F0E-07A6-3E02-3FF3BF46C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32">
            <a:extLst>
              <a:ext uri="{FF2B5EF4-FFF2-40B4-BE49-F238E27FC236}">
                <a16:creationId xmlns:a16="http://schemas.microsoft.com/office/drawing/2014/main" id="{243630A4-36F4-D284-F76F-B5A4EAA02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809" y="2749316"/>
            <a:ext cx="6674697" cy="3286196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65D706C1-5E49-5853-6A85-B6E4002FAD01}"/>
              </a:ext>
            </a:extLst>
          </p:cNvPr>
          <p:cNvSpPr txBox="1">
            <a:spLocks/>
          </p:cNvSpPr>
          <p:nvPr/>
        </p:nvSpPr>
        <p:spPr>
          <a:xfrm>
            <a:off x="123826" y="194136"/>
            <a:ext cx="11910844" cy="403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Statistical framework: Relationship between penetration and variability of results</a:t>
            </a:r>
            <a:endParaRPr lang="es-MX" noProof="0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F7D84BF-CF18-28EC-2B69-55488C7E30C2}"/>
              </a:ext>
            </a:extLst>
          </p:cNvPr>
          <p:cNvSpPr txBox="1">
            <a:spLocks/>
          </p:cNvSpPr>
          <p:nvPr/>
        </p:nvSpPr>
        <p:spPr>
          <a:xfrm>
            <a:off x="280779" y="850375"/>
            <a:ext cx="11477331" cy="59814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Penetration:</a:t>
            </a:r>
            <a:r>
              <a:rPr lang="en-US" dirty="0"/>
              <a:t> Percentage of households that made </a:t>
            </a:r>
            <a:r>
              <a:rPr lang="en-US" b="1" dirty="0"/>
              <a:t>at least ONE purchase</a:t>
            </a:r>
            <a:r>
              <a:rPr lang="en-US" dirty="0"/>
              <a:t> of the category/brand/channel/chain/segment in the selected period</a:t>
            </a:r>
            <a:r>
              <a:rPr lang="es-MX" noProof="0" dirty="0"/>
              <a:t>.</a:t>
            </a:r>
          </a:p>
          <a:p>
            <a:r>
              <a:rPr lang="es-MX" noProof="0" dirty="0"/>
              <a:t> </a:t>
            </a:r>
            <a:endParaRPr lang="es-MX" noProof="0" dirty="0">
              <a:highlight>
                <a:srgbClr val="FFFF00"/>
              </a:highlight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16F4245-B479-505F-0517-1DDE15D823F6}"/>
              </a:ext>
            </a:extLst>
          </p:cNvPr>
          <p:cNvSpPr txBox="1">
            <a:spLocks/>
          </p:cNvSpPr>
          <p:nvPr/>
        </p:nvSpPr>
        <p:spPr>
          <a:xfrm>
            <a:off x="332743" y="2458088"/>
            <a:ext cx="2671066" cy="22403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Brands/categories with lower penetration levels have a higher standard error margin. </a:t>
            </a:r>
          </a:p>
          <a:p>
            <a:r>
              <a:rPr lang="en-US" dirty="0"/>
              <a:t>That is, precision is lower for small penetration values (smaller sample size)</a:t>
            </a:r>
            <a:endParaRPr lang="es-MX" noProof="0" dirty="0"/>
          </a:p>
        </p:txBody>
      </p:sp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545C78AF-F0CD-FF90-5ED2-61D2EE145C2D}"/>
              </a:ext>
            </a:extLst>
          </p:cNvPr>
          <p:cNvSpPr txBox="1">
            <a:spLocks/>
          </p:cNvSpPr>
          <p:nvPr/>
        </p:nvSpPr>
        <p:spPr>
          <a:xfrm>
            <a:off x="9723308" y="5864595"/>
            <a:ext cx="1891331" cy="55399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 noProof="0" dirty="0"/>
              <a:t>*</a:t>
            </a:r>
            <a:r>
              <a:rPr lang="en-US" sz="900" dirty="0"/>
              <a:t>Penetration calculated as the monthly average over the last 12 months</a:t>
            </a:r>
            <a:endParaRPr lang="es-MX" sz="900" noProof="0" dirty="0"/>
          </a:p>
        </p:txBody>
      </p:sp>
      <p:grpSp>
        <p:nvGrpSpPr>
          <p:cNvPr id="14" name="Grupo 26">
            <a:extLst>
              <a:ext uri="{FF2B5EF4-FFF2-40B4-BE49-F238E27FC236}">
                <a16:creationId xmlns:a16="http://schemas.microsoft.com/office/drawing/2014/main" id="{426A37A7-A5D3-32BD-6511-EE684EF0FB6D}"/>
              </a:ext>
            </a:extLst>
          </p:cNvPr>
          <p:cNvGrpSpPr/>
          <p:nvPr/>
        </p:nvGrpSpPr>
        <p:grpSpPr>
          <a:xfrm>
            <a:off x="3793030" y="2163156"/>
            <a:ext cx="1193268" cy="4315466"/>
            <a:chOff x="2034812" y="990409"/>
            <a:chExt cx="1392643" cy="4482124"/>
          </a:xfrm>
        </p:grpSpPr>
        <p:sp>
          <p:nvSpPr>
            <p:cNvPr id="15" name="CuadroTexto 27">
              <a:extLst>
                <a:ext uri="{FF2B5EF4-FFF2-40B4-BE49-F238E27FC236}">
                  <a16:creationId xmlns:a16="http://schemas.microsoft.com/office/drawing/2014/main" id="{0031E9DB-F5C1-514D-505C-C429372D4652}"/>
                </a:ext>
              </a:extLst>
            </p:cNvPr>
            <p:cNvSpPr txBox="1"/>
            <p:nvPr/>
          </p:nvSpPr>
          <p:spPr>
            <a:xfrm>
              <a:off x="2518491" y="990409"/>
              <a:ext cx="7419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sz="900" noProof="0" dirty="0">
                  <a:highlight>
                    <a:srgbClr val="FFFFFF"/>
                  </a:highlight>
                </a:rPr>
                <a:t>16 </a:t>
              </a:r>
              <a:r>
                <a:rPr lang="es-MX" sz="900" noProof="0" dirty="0" err="1">
                  <a:highlight>
                    <a:srgbClr val="FFFFFF"/>
                  </a:highlight>
                </a:rPr>
                <a:t>pix</a:t>
              </a:r>
              <a:endParaRPr lang="es-MX" sz="900" noProof="0" dirty="0"/>
            </a:p>
          </p:txBody>
        </p:sp>
        <p:grpSp>
          <p:nvGrpSpPr>
            <p:cNvPr id="16" name="Grupo 28">
              <a:extLst>
                <a:ext uri="{FF2B5EF4-FFF2-40B4-BE49-F238E27FC236}">
                  <a16:creationId xmlns:a16="http://schemas.microsoft.com/office/drawing/2014/main" id="{C82559CA-9ED4-B334-8F45-8A03F522F5C3}"/>
                </a:ext>
              </a:extLst>
            </p:cNvPr>
            <p:cNvGrpSpPr/>
            <p:nvPr/>
          </p:nvGrpSpPr>
          <p:grpSpPr>
            <a:xfrm>
              <a:off x="2034813" y="2421332"/>
              <a:ext cx="1392644" cy="3051212"/>
              <a:chOff x="1695450" y="2421332"/>
              <a:chExt cx="1392644" cy="3051212"/>
            </a:xfrm>
          </p:grpSpPr>
          <p:sp>
            <p:nvSpPr>
              <p:cNvPr id="18" name="CuadroTexto 30">
                <a:extLst>
                  <a:ext uri="{FF2B5EF4-FFF2-40B4-BE49-F238E27FC236}">
                    <a16:creationId xmlns:a16="http://schemas.microsoft.com/office/drawing/2014/main" id="{68CB9490-A847-E5F5-3F65-2542531B7213}"/>
                  </a:ext>
                </a:extLst>
              </p:cNvPr>
              <p:cNvSpPr txBox="1"/>
              <p:nvPr/>
            </p:nvSpPr>
            <p:spPr>
              <a:xfrm>
                <a:off x="1695450" y="5026601"/>
                <a:ext cx="1392644" cy="4459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s-MX" sz="1200" noProof="0" dirty="0">
                    <a:highlight>
                      <a:srgbClr val="FFFFFF"/>
                    </a:highlight>
                  </a:rPr>
                  <a:t>Marcas de baja penetración</a:t>
                </a:r>
              </a:p>
            </p:txBody>
          </p:sp>
          <p:cxnSp>
            <p:nvCxnSpPr>
              <p:cNvPr id="19" name="Conector recto 31">
                <a:extLst>
                  <a:ext uri="{FF2B5EF4-FFF2-40B4-BE49-F238E27FC236}">
                    <a16:creationId xmlns:a16="http://schemas.microsoft.com/office/drawing/2014/main" id="{FAA90E57-A78A-9F38-23BE-C7D8B95345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0086" y="2421332"/>
                <a:ext cx="0" cy="2630221"/>
              </a:xfrm>
              <a:prstGeom prst="line">
                <a:avLst/>
              </a:prstGeom>
              <a:ln w="28575">
                <a:solidFill>
                  <a:srgbClr val="C00000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" name="Grupo 20">
            <a:extLst>
              <a:ext uri="{FF2B5EF4-FFF2-40B4-BE49-F238E27FC236}">
                <a16:creationId xmlns:a16="http://schemas.microsoft.com/office/drawing/2014/main" id="{E39BED8D-48E7-8138-2634-38E7907A2238}"/>
              </a:ext>
            </a:extLst>
          </p:cNvPr>
          <p:cNvGrpSpPr/>
          <p:nvPr/>
        </p:nvGrpSpPr>
        <p:grpSpPr>
          <a:xfrm>
            <a:off x="5297768" y="2163154"/>
            <a:ext cx="1591338" cy="4255439"/>
            <a:chOff x="3251971" y="964989"/>
            <a:chExt cx="1857226" cy="5138155"/>
          </a:xfrm>
        </p:grpSpPr>
        <p:grpSp>
          <p:nvGrpSpPr>
            <p:cNvPr id="21" name="Grupo 21">
              <a:extLst>
                <a:ext uri="{FF2B5EF4-FFF2-40B4-BE49-F238E27FC236}">
                  <a16:creationId xmlns:a16="http://schemas.microsoft.com/office/drawing/2014/main" id="{38D11BC5-DC51-19BB-2160-96F06314EB21}"/>
                </a:ext>
              </a:extLst>
            </p:cNvPr>
            <p:cNvGrpSpPr/>
            <p:nvPr/>
          </p:nvGrpSpPr>
          <p:grpSpPr>
            <a:xfrm>
              <a:off x="3251971" y="2539517"/>
              <a:ext cx="1857226" cy="3563627"/>
              <a:chOff x="2997451" y="2614933"/>
              <a:chExt cx="1857226" cy="3563627"/>
            </a:xfrm>
          </p:grpSpPr>
          <p:cxnSp>
            <p:nvCxnSpPr>
              <p:cNvPr id="24" name="Conector recto 24">
                <a:extLst>
                  <a:ext uri="{FF2B5EF4-FFF2-40B4-BE49-F238E27FC236}">
                    <a16:creationId xmlns:a16="http://schemas.microsoft.com/office/drawing/2014/main" id="{73BCAA67-6082-F56B-CC42-4968348A6A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6043" y="2614933"/>
                <a:ext cx="0" cy="2982833"/>
              </a:xfrm>
              <a:prstGeom prst="line">
                <a:avLst/>
              </a:prstGeom>
              <a:ln w="28575">
                <a:solidFill>
                  <a:srgbClr val="C00000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CuadroTexto 25">
                <a:extLst>
                  <a:ext uri="{FF2B5EF4-FFF2-40B4-BE49-F238E27FC236}">
                    <a16:creationId xmlns:a16="http://schemas.microsoft.com/office/drawing/2014/main" id="{D46583EB-7130-69A3-DDD3-E5751A11BACC}"/>
                  </a:ext>
                </a:extLst>
              </p:cNvPr>
              <p:cNvSpPr txBox="1"/>
              <p:nvPr/>
            </p:nvSpPr>
            <p:spPr>
              <a:xfrm>
                <a:off x="2997451" y="5732617"/>
                <a:ext cx="1857226" cy="4459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s-MX" sz="1200" noProof="0" dirty="0">
                    <a:highlight>
                      <a:srgbClr val="FFFFFF"/>
                    </a:highlight>
                  </a:rPr>
                  <a:t>Marcas de mediana penetración</a:t>
                </a:r>
              </a:p>
            </p:txBody>
          </p:sp>
        </p:grpSp>
        <p:sp>
          <p:nvSpPr>
            <p:cNvPr id="23" name="CuadroTexto 23">
              <a:extLst>
                <a:ext uri="{FF2B5EF4-FFF2-40B4-BE49-F238E27FC236}">
                  <a16:creationId xmlns:a16="http://schemas.microsoft.com/office/drawing/2014/main" id="{B65B0B38-116A-2B08-1707-A5F40029038D}"/>
                </a:ext>
              </a:extLst>
            </p:cNvPr>
            <p:cNvSpPr txBox="1"/>
            <p:nvPr/>
          </p:nvSpPr>
          <p:spPr>
            <a:xfrm>
              <a:off x="3766673" y="964989"/>
              <a:ext cx="7419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sz="900" noProof="0" dirty="0">
                  <a:highlight>
                    <a:srgbClr val="FFFFFF"/>
                  </a:highlight>
                </a:rPr>
                <a:t>32 </a:t>
              </a:r>
              <a:r>
                <a:rPr lang="es-MX" sz="900" noProof="0" dirty="0" err="1">
                  <a:highlight>
                    <a:srgbClr val="FFFFFF"/>
                  </a:highlight>
                </a:rPr>
                <a:t>pix</a:t>
              </a:r>
              <a:endParaRPr lang="es-MX" sz="900" noProof="0" dirty="0"/>
            </a:p>
          </p:txBody>
        </p:sp>
      </p:grpSp>
      <p:grpSp>
        <p:nvGrpSpPr>
          <p:cNvPr id="26" name="Grupo 11">
            <a:extLst>
              <a:ext uri="{FF2B5EF4-FFF2-40B4-BE49-F238E27FC236}">
                <a16:creationId xmlns:a16="http://schemas.microsoft.com/office/drawing/2014/main" id="{21E26356-3E5D-A9C2-ED04-DFE7DD6FCC52}"/>
              </a:ext>
            </a:extLst>
          </p:cNvPr>
          <p:cNvGrpSpPr/>
          <p:nvPr/>
        </p:nvGrpSpPr>
        <p:grpSpPr>
          <a:xfrm>
            <a:off x="7497060" y="2152064"/>
            <a:ext cx="1514844" cy="4216975"/>
            <a:chOff x="5019343" y="980982"/>
            <a:chExt cx="1767949" cy="5091710"/>
          </a:xfrm>
        </p:grpSpPr>
        <p:sp>
          <p:nvSpPr>
            <p:cNvPr id="27" name="CuadroTexto 13">
              <a:extLst>
                <a:ext uri="{FF2B5EF4-FFF2-40B4-BE49-F238E27FC236}">
                  <a16:creationId xmlns:a16="http://schemas.microsoft.com/office/drawing/2014/main" id="{187DACBF-F5B4-1B26-15F6-ED717860A420}"/>
                </a:ext>
              </a:extLst>
            </p:cNvPr>
            <p:cNvSpPr txBox="1"/>
            <p:nvPr/>
          </p:nvSpPr>
          <p:spPr>
            <a:xfrm>
              <a:off x="5019343" y="980982"/>
              <a:ext cx="68443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sz="900" noProof="0" dirty="0">
                  <a:highlight>
                    <a:srgbClr val="FFFFFF"/>
                  </a:highlight>
                </a:rPr>
                <a:t>64 </a:t>
              </a:r>
              <a:r>
                <a:rPr lang="es-MX" sz="900" noProof="0" dirty="0" err="1">
                  <a:highlight>
                    <a:srgbClr val="FFFFFF"/>
                  </a:highlight>
                </a:rPr>
                <a:t>pix</a:t>
              </a:r>
              <a:endParaRPr lang="es-MX" sz="900" noProof="0" dirty="0"/>
            </a:p>
          </p:txBody>
        </p:sp>
        <p:grpSp>
          <p:nvGrpSpPr>
            <p:cNvPr id="28" name="Grupo 15">
              <a:extLst>
                <a:ext uri="{FF2B5EF4-FFF2-40B4-BE49-F238E27FC236}">
                  <a16:creationId xmlns:a16="http://schemas.microsoft.com/office/drawing/2014/main" id="{FE534889-F08E-A17D-EA15-0D38BFF2425A}"/>
                </a:ext>
              </a:extLst>
            </p:cNvPr>
            <p:cNvGrpSpPr/>
            <p:nvPr/>
          </p:nvGrpSpPr>
          <p:grpSpPr>
            <a:xfrm>
              <a:off x="5103506" y="2550692"/>
              <a:ext cx="1683790" cy="3522002"/>
              <a:chOff x="5310895" y="2550692"/>
              <a:chExt cx="1683790" cy="3209501"/>
            </a:xfrm>
          </p:grpSpPr>
          <p:sp>
            <p:nvSpPr>
              <p:cNvPr id="30" name="CuadroTexto 17">
                <a:extLst>
                  <a:ext uri="{FF2B5EF4-FFF2-40B4-BE49-F238E27FC236}">
                    <a16:creationId xmlns:a16="http://schemas.microsoft.com/office/drawing/2014/main" id="{F23B529B-8370-FEBD-714B-EF324EED480A}"/>
                  </a:ext>
                </a:extLst>
              </p:cNvPr>
              <p:cNvSpPr txBox="1"/>
              <p:nvPr/>
            </p:nvSpPr>
            <p:spPr>
              <a:xfrm>
                <a:off x="5310895" y="5353817"/>
                <a:ext cx="1683790" cy="4063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s-MX" sz="1200" noProof="0" dirty="0">
                    <a:highlight>
                      <a:srgbClr val="FFFFFF"/>
                    </a:highlight>
                  </a:rPr>
                  <a:t>Marcas de alta penetración</a:t>
                </a:r>
              </a:p>
            </p:txBody>
          </p:sp>
          <p:cxnSp>
            <p:nvCxnSpPr>
              <p:cNvPr id="31" name="Conector recto 18">
                <a:extLst>
                  <a:ext uri="{FF2B5EF4-FFF2-40B4-BE49-F238E27FC236}">
                    <a16:creationId xmlns:a16="http://schemas.microsoft.com/office/drawing/2014/main" id="{327373E4-B635-07C5-2053-57A3BE278F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68950" y="2550692"/>
                <a:ext cx="0" cy="2773019"/>
              </a:xfrm>
              <a:prstGeom prst="line">
                <a:avLst/>
              </a:prstGeom>
              <a:ln w="28575">
                <a:solidFill>
                  <a:srgbClr val="C00000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0379258D-5C50-BADF-1CB5-7DEC14B04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815" y="2370602"/>
            <a:ext cx="890042" cy="103076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5BCEFCD-7CF7-8CE8-4843-93578D34F5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4806" y="2374739"/>
            <a:ext cx="866775" cy="1019175"/>
          </a:xfrm>
          <a:prstGeom prst="rect">
            <a:avLst/>
          </a:prstGeom>
        </p:spPr>
      </p:pic>
      <p:pic>
        <p:nvPicPr>
          <p:cNvPr id="37" name="Picture 36" descr="A person with short dark hair wearing a suit&#10;&#10;AI-generated content may be incorrect.">
            <a:extLst>
              <a:ext uri="{FF2B5EF4-FFF2-40B4-BE49-F238E27FC236}">
                <a16:creationId xmlns:a16="http://schemas.microsoft.com/office/drawing/2014/main" id="{717D88CE-6B1B-6D7C-B626-FE0FDBF5ED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7312" y="2382188"/>
            <a:ext cx="866774" cy="1019174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51B1117F-E581-5E65-8D9C-76545870468C}"/>
              </a:ext>
            </a:extLst>
          </p:cNvPr>
          <p:cNvSpPr/>
          <p:nvPr/>
        </p:nvSpPr>
        <p:spPr bwMode="ltGray">
          <a:xfrm rot="16200000">
            <a:off x="2525998" y="3729872"/>
            <a:ext cx="1533525" cy="43118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b="1" dirty="0">
                <a:solidFill>
                  <a:schemeClr val="bg2"/>
                </a:solidFill>
              </a:rPr>
              <a:t>Standard Error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8E8ADDC-6D3A-B78A-00A2-4DCA40ACBCB6}"/>
              </a:ext>
            </a:extLst>
          </p:cNvPr>
          <p:cNvSpPr/>
          <p:nvPr/>
        </p:nvSpPr>
        <p:spPr bwMode="ltGray">
          <a:xfrm>
            <a:off x="6019444" y="5506397"/>
            <a:ext cx="1533525" cy="43118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b="1" dirty="0" err="1">
                <a:solidFill>
                  <a:schemeClr val="bg2"/>
                </a:solidFill>
              </a:rPr>
              <a:t>Penetration</a:t>
            </a:r>
            <a:endParaRPr lang="es-MX" sz="1400" b="1" dirty="0">
              <a:solidFill>
                <a:schemeClr val="bg2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1004719-C140-E6F1-0699-483B60B572FF}"/>
              </a:ext>
            </a:extLst>
          </p:cNvPr>
          <p:cNvSpPr/>
          <p:nvPr/>
        </p:nvSpPr>
        <p:spPr bwMode="ltGray">
          <a:xfrm>
            <a:off x="3746958" y="6073295"/>
            <a:ext cx="1533525" cy="43118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200" dirty="0">
                <a:solidFill>
                  <a:schemeClr val="tx1"/>
                </a:solidFill>
              </a:rPr>
              <a:t>Low </a:t>
            </a:r>
            <a:r>
              <a:rPr lang="es-MX" sz="1200" dirty="0" err="1">
                <a:solidFill>
                  <a:schemeClr val="tx1"/>
                </a:solidFill>
              </a:rPr>
              <a:t>penetration</a:t>
            </a:r>
            <a:r>
              <a:rPr lang="es-MX" sz="1200" dirty="0">
                <a:solidFill>
                  <a:schemeClr val="tx1"/>
                </a:solidFill>
              </a:rPr>
              <a:t> </a:t>
            </a:r>
            <a:r>
              <a:rPr lang="es-MX" sz="1200" dirty="0" err="1">
                <a:solidFill>
                  <a:schemeClr val="tx1"/>
                </a:solidFill>
              </a:rPr>
              <a:t>brands</a:t>
            </a:r>
            <a:endParaRPr lang="es-MX" sz="1200" dirty="0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DB6DDB1-E7F8-3D56-1F06-76F2717FECE2}"/>
              </a:ext>
            </a:extLst>
          </p:cNvPr>
          <p:cNvSpPr/>
          <p:nvPr/>
        </p:nvSpPr>
        <p:spPr bwMode="ltGray">
          <a:xfrm>
            <a:off x="7156639" y="6035512"/>
            <a:ext cx="1533525" cy="43118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200" dirty="0">
                <a:solidFill>
                  <a:schemeClr val="tx1"/>
                </a:solidFill>
              </a:rPr>
              <a:t>High </a:t>
            </a:r>
            <a:r>
              <a:rPr lang="es-MX" sz="1200" dirty="0" err="1">
                <a:solidFill>
                  <a:schemeClr val="tx1"/>
                </a:solidFill>
              </a:rPr>
              <a:t>penetration</a:t>
            </a:r>
            <a:r>
              <a:rPr lang="es-MX" sz="1200" dirty="0">
                <a:solidFill>
                  <a:schemeClr val="tx1"/>
                </a:solidFill>
              </a:rPr>
              <a:t> </a:t>
            </a:r>
            <a:r>
              <a:rPr lang="es-MX" sz="1200" dirty="0" err="1">
                <a:solidFill>
                  <a:schemeClr val="tx1"/>
                </a:solidFill>
              </a:rPr>
              <a:t>brands</a:t>
            </a:r>
            <a:endParaRPr lang="es-MX" sz="1200" dirty="0">
              <a:solidFill>
                <a:schemeClr val="tx1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D468EE1-45D9-80AF-D50D-C00556F79220}"/>
              </a:ext>
            </a:extLst>
          </p:cNvPr>
          <p:cNvSpPr/>
          <p:nvPr/>
        </p:nvSpPr>
        <p:spPr bwMode="ltGray">
          <a:xfrm>
            <a:off x="8083509" y="3504827"/>
            <a:ext cx="4051648" cy="88127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Higher penetration </a:t>
            </a:r>
          </a:p>
          <a:p>
            <a:r>
              <a:rPr lang="en-US" sz="1400" dirty="0">
                <a:solidFill>
                  <a:schemeClr val="tx1"/>
                </a:solidFill>
              </a:rPr>
              <a:t>(larger sample size)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results in a </a:t>
            </a:r>
            <a:r>
              <a:rPr lang="en-US" sz="2000" b="1" dirty="0">
                <a:solidFill>
                  <a:schemeClr val="tx1"/>
                </a:solidFill>
              </a:rPr>
              <a:t>lower standard error</a:t>
            </a:r>
            <a:endParaRPr lang="es-MX" sz="1200" b="1" dirty="0">
              <a:solidFill>
                <a:schemeClr val="tx1"/>
              </a:solidFill>
            </a:endParaRP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4C47E6A3-222D-119A-C35D-470C40BD3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/>
              <a:t>| </a:t>
            </a:r>
            <a:fld id="{4034BEE3-566C-4068-A777-C3A4762E861B}" type="slidenum">
              <a:rPr lang="en-GB" smtClean="0"/>
              <a:pPr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454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53B1D-1D9D-F7A0-6F16-9659CF184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35A77DA-5719-0C02-4563-CAAA7B943E6C}"/>
              </a:ext>
            </a:extLst>
          </p:cNvPr>
          <p:cNvSpPr txBox="1">
            <a:spLocks/>
          </p:cNvSpPr>
          <p:nvPr/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err="1"/>
              <a:t>Factors</a:t>
            </a:r>
            <a:r>
              <a:rPr lang="es-MX" dirty="0"/>
              <a:t> </a:t>
            </a:r>
            <a:r>
              <a:rPr lang="es-MX" dirty="0" err="1"/>
              <a:t>impacting</a:t>
            </a:r>
            <a:r>
              <a:rPr lang="es-MX" dirty="0"/>
              <a:t> </a:t>
            </a:r>
            <a:r>
              <a:rPr lang="es-MX" dirty="0" err="1"/>
              <a:t>coverage</a:t>
            </a:r>
            <a:r>
              <a:rPr lang="es-MX" noProof="0" dirty="0"/>
              <a:t>:</a:t>
            </a:r>
          </a:p>
        </p:txBody>
      </p:sp>
      <p:sp>
        <p:nvSpPr>
          <p:cNvPr id="5" name="Marcador de texto 9">
            <a:extLst>
              <a:ext uri="{FF2B5EF4-FFF2-40B4-BE49-F238E27FC236}">
                <a16:creationId xmlns:a16="http://schemas.microsoft.com/office/drawing/2014/main" id="{DC15AE10-6194-D02E-A19C-2522C816CD82}"/>
              </a:ext>
            </a:extLst>
          </p:cNvPr>
          <p:cNvSpPr txBox="1">
            <a:spLocks/>
          </p:cNvSpPr>
          <p:nvPr/>
        </p:nvSpPr>
        <p:spPr>
          <a:xfrm>
            <a:off x="360874" y="910800"/>
            <a:ext cx="11466000" cy="396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Always combining </a:t>
            </a:r>
            <a:r>
              <a:rPr lang="en-US" b="1" dirty="0"/>
              <a:t>Worldpanel + Client insights</a:t>
            </a:r>
            <a:r>
              <a:rPr lang="en-US" dirty="0"/>
              <a:t> to evaluate each factor</a:t>
            </a:r>
            <a:endParaRPr lang="es-MX" noProof="0" dirty="0"/>
          </a:p>
        </p:txBody>
      </p:sp>
      <p:sp>
        <p:nvSpPr>
          <p:cNvPr id="6" name="Marcador de contenido 4">
            <a:extLst>
              <a:ext uri="{FF2B5EF4-FFF2-40B4-BE49-F238E27FC236}">
                <a16:creationId xmlns:a16="http://schemas.microsoft.com/office/drawing/2014/main" id="{E41AAD9C-D3F6-0DAB-CDC9-712AAA0F7EA7}"/>
              </a:ext>
            </a:extLst>
          </p:cNvPr>
          <p:cNvSpPr txBox="1">
            <a:spLocks/>
          </p:cNvSpPr>
          <p:nvPr/>
        </p:nvSpPr>
        <p:spPr>
          <a:xfrm>
            <a:off x="360363" y="1710000"/>
            <a:ext cx="2149200" cy="423720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Panel population coverage:</a:t>
            </a:r>
            <a:endParaRPr lang="en-US" dirty="0"/>
          </a:p>
          <a:p>
            <a:r>
              <a:rPr lang="en-US" dirty="0"/>
              <a:t>Establishes a “ceiling” for volume coverage.</a:t>
            </a:r>
          </a:p>
          <a:p>
            <a:r>
              <a:rPr lang="en-US" dirty="0"/>
              <a:t>Allows understanding of different coverage levels across countries</a:t>
            </a:r>
          </a:p>
        </p:txBody>
      </p:sp>
      <p:pic>
        <p:nvPicPr>
          <p:cNvPr id="11" name="Imagen 22">
            <a:extLst>
              <a:ext uri="{FF2B5EF4-FFF2-40B4-BE49-F238E27FC236}">
                <a16:creationId xmlns:a16="http://schemas.microsoft.com/office/drawing/2014/main" id="{760659CD-64E1-6B03-6DAF-77AB00F43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11" y="4396967"/>
            <a:ext cx="2140651" cy="1550233"/>
          </a:xfrm>
          <a:prstGeom prst="rect">
            <a:avLst/>
          </a:prstGeom>
        </p:spPr>
      </p:pic>
      <p:sp>
        <p:nvSpPr>
          <p:cNvPr id="17" name="Marcador de contenido 5">
            <a:extLst>
              <a:ext uri="{FF2B5EF4-FFF2-40B4-BE49-F238E27FC236}">
                <a16:creationId xmlns:a16="http://schemas.microsoft.com/office/drawing/2014/main" id="{0939D359-B0FA-00F7-F57F-AA84815CBEC7}"/>
              </a:ext>
            </a:extLst>
          </p:cNvPr>
          <p:cNvSpPr txBox="1">
            <a:spLocks/>
          </p:cNvSpPr>
          <p:nvPr/>
        </p:nvSpPr>
        <p:spPr>
          <a:xfrm>
            <a:off x="2689691" y="1710000"/>
            <a:ext cx="2149200" cy="4237200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Brand life cycle:</a:t>
            </a:r>
            <a:endParaRPr lang="en-US" dirty="0"/>
          </a:p>
          <a:p>
            <a:r>
              <a:rPr lang="en-US" dirty="0"/>
              <a:t>Launches: Low coverage</a:t>
            </a:r>
          </a:p>
          <a:p>
            <a:r>
              <a:rPr lang="en-US" dirty="0"/>
              <a:t>Maturity: “Real” coverage</a:t>
            </a:r>
          </a:p>
          <a:p>
            <a:r>
              <a:rPr lang="en-US" dirty="0"/>
              <a:t>Market exit: </a:t>
            </a:r>
            <a:r>
              <a:rPr lang="en-US" dirty="0" err="1"/>
              <a:t>Overcoverage</a:t>
            </a:r>
            <a:endParaRPr lang="en-US" dirty="0"/>
          </a:p>
        </p:txBody>
      </p:sp>
      <p:pic>
        <p:nvPicPr>
          <p:cNvPr id="22" name="Imagen 17">
            <a:extLst>
              <a:ext uri="{FF2B5EF4-FFF2-40B4-BE49-F238E27FC236}">
                <a16:creationId xmlns:a16="http://schemas.microsoft.com/office/drawing/2014/main" id="{00775363-FC8C-530F-4C08-8B70E91394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009" r="3761" b="5075"/>
          <a:stretch/>
        </p:blipFill>
        <p:spPr>
          <a:xfrm>
            <a:off x="2689690" y="4396967"/>
            <a:ext cx="2149201" cy="1550233"/>
          </a:xfrm>
          <a:prstGeom prst="rect">
            <a:avLst/>
          </a:prstGeom>
        </p:spPr>
      </p:pic>
      <p:sp>
        <p:nvSpPr>
          <p:cNvPr id="29" name="Marcador de contenido 6">
            <a:extLst>
              <a:ext uri="{FF2B5EF4-FFF2-40B4-BE49-F238E27FC236}">
                <a16:creationId xmlns:a16="http://schemas.microsoft.com/office/drawing/2014/main" id="{AF3B6DC8-96E9-051F-2239-2B7B70925E07}"/>
              </a:ext>
            </a:extLst>
          </p:cNvPr>
          <p:cNvSpPr txBox="1">
            <a:spLocks/>
          </p:cNvSpPr>
          <p:nvPr/>
        </p:nvSpPr>
        <p:spPr>
          <a:xfrm>
            <a:off x="5019019" y="1710000"/>
            <a:ext cx="2149200" cy="4237200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Sales concentration:</a:t>
            </a:r>
            <a:endParaRPr lang="en-US" dirty="0"/>
          </a:p>
          <a:p>
            <a:r>
              <a:rPr lang="en-US" dirty="0"/>
              <a:t>Can be in a specific region or channel, or both.</a:t>
            </a:r>
          </a:p>
          <a:p>
            <a:r>
              <a:rPr lang="en-US" dirty="0"/>
              <a:t>Usually products with a very specific target</a:t>
            </a:r>
          </a:p>
        </p:txBody>
      </p:sp>
      <p:pic>
        <p:nvPicPr>
          <p:cNvPr id="32" name="Imagen 21">
            <a:extLst>
              <a:ext uri="{FF2B5EF4-FFF2-40B4-BE49-F238E27FC236}">
                <a16:creationId xmlns:a16="http://schemas.microsoft.com/office/drawing/2014/main" id="{F4D0518B-0C9B-D0F1-5648-191062374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536" y="4396968"/>
            <a:ext cx="2149201" cy="1550232"/>
          </a:xfrm>
          <a:prstGeom prst="rect">
            <a:avLst/>
          </a:prstGeom>
        </p:spPr>
      </p:pic>
      <p:sp>
        <p:nvSpPr>
          <p:cNvPr id="33" name="Marcador de contenido 8">
            <a:extLst>
              <a:ext uri="{FF2B5EF4-FFF2-40B4-BE49-F238E27FC236}">
                <a16:creationId xmlns:a16="http://schemas.microsoft.com/office/drawing/2014/main" id="{1F4DE534-D58B-A0B3-C4E8-19B57366D9BC}"/>
              </a:ext>
            </a:extLst>
          </p:cNvPr>
          <p:cNvSpPr txBox="1">
            <a:spLocks/>
          </p:cNvSpPr>
          <p:nvPr/>
        </p:nvSpPr>
        <p:spPr>
          <a:xfrm>
            <a:off x="9677674" y="1710000"/>
            <a:ext cx="2149200" cy="42372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Out-of-home consumption:</a:t>
            </a:r>
            <a:endParaRPr lang="en-US" dirty="0"/>
          </a:p>
          <a:p>
            <a:pPr lvl="1"/>
            <a:r>
              <a:rPr lang="en-US" dirty="0"/>
              <a:t>Institutional</a:t>
            </a:r>
          </a:p>
          <a:p>
            <a:pPr lvl="1"/>
            <a:r>
              <a:rPr lang="en-US" dirty="0"/>
              <a:t>Restaurants / bars / cafés</a:t>
            </a:r>
          </a:p>
          <a:p>
            <a:pPr lvl="1"/>
            <a:r>
              <a:rPr lang="en-US" dirty="0"/>
              <a:t>Informal trade</a:t>
            </a:r>
          </a:p>
          <a:p>
            <a:pPr lvl="1"/>
            <a:r>
              <a:rPr lang="en-US" dirty="0"/>
              <a:t>On the go</a:t>
            </a:r>
          </a:p>
        </p:txBody>
      </p:sp>
      <p:pic>
        <p:nvPicPr>
          <p:cNvPr id="36" name="Imagen 23">
            <a:extLst>
              <a:ext uri="{FF2B5EF4-FFF2-40B4-BE49-F238E27FC236}">
                <a16:creationId xmlns:a16="http://schemas.microsoft.com/office/drawing/2014/main" id="{EF0B2224-DA0D-9718-04E9-BD6BF81A6E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665" y="4380510"/>
            <a:ext cx="2173589" cy="1566690"/>
          </a:xfrm>
          <a:prstGeom prst="rect">
            <a:avLst/>
          </a:prstGeom>
        </p:spPr>
      </p:pic>
      <p:sp>
        <p:nvSpPr>
          <p:cNvPr id="38" name="Marcador de contenido 7">
            <a:extLst>
              <a:ext uri="{FF2B5EF4-FFF2-40B4-BE49-F238E27FC236}">
                <a16:creationId xmlns:a16="http://schemas.microsoft.com/office/drawing/2014/main" id="{CE5E384C-CF34-FE51-A5EA-9351EF65DEAE}"/>
              </a:ext>
            </a:extLst>
          </p:cNvPr>
          <p:cNvSpPr txBox="1">
            <a:spLocks/>
          </p:cNvSpPr>
          <p:nvPr/>
        </p:nvSpPr>
        <p:spPr>
          <a:xfrm>
            <a:off x="7348347" y="1710000"/>
            <a:ext cx="2149200" cy="42372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External factors:</a:t>
            </a:r>
            <a:endParaRPr lang="en-US" dirty="0"/>
          </a:p>
          <a:p>
            <a:r>
              <a:rPr lang="en-US" dirty="0"/>
              <a:t>Exports</a:t>
            </a:r>
          </a:p>
          <a:p>
            <a:r>
              <a:rPr lang="en-US" dirty="0"/>
              <a:t>Smuggling</a:t>
            </a:r>
          </a:p>
          <a:p>
            <a:r>
              <a:rPr lang="en-US" dirty="0"/>
              <a:t>Country’s social reality</a:t>
            </a:r>
          </a:p>
          <a:p>
            <a:r>
              <a:rPr lang="en-US" dirty="0"/>
              <a:t>Category-specific characteristics</a:t>
            </a:r>
          </a:p>
          <a:p>
            <a:pPr marL="285750" indent="-285750">
              <a:buFontTx/>
              <a:buChar char="-"/>
            </a:pPr>
            <a:endParaRPr lang="es-MX" noProof="0" dirty="0"/>
          </a:p>
        </p:txBody>
      </p:sp>
      <p:pic>
        <p:nvPicPr>
          <p:cNvPr id="3" name="Imagen 20">
            <a:extLst>
              <a:ext uri="{FF2B5EF4-FFF2-40B4-BE49-F238E27FC236}">
                <a16:creationId xmlns:a16="http://schemas.microsoft.com/office/drawing/2014/main" id="{9A25DE5F-E469-2350-1581-18C6688E02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9016" y="4396968"/>
            <a:ext cx="2149201" cy="1550232"/>
          </a:xfrm>
          <a:prstGeom prst="rect">
            <a:avLst/>
          </a:prstGeom>
        </p:spPr>
      </p:pic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0055CB94-FE9F-6B4D-2799-17C1382466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/>
              <a:t>| </a:t>
            </a:r>
            <a:fld id="{4034BEE3-566C-4068-A777-C3A4762E861B}" type="slidenum">
              <a:rPr lang="en-GB" smtClean="0"/>
              <a:pPr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1174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0F433A-44EF-522F-2618-56F930BF02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474" y="3764572"/>
            <a:ext cx="7362825" cy="309125"/>
          </a:xfrm>
        </p:spPr>
        <p:txBody>
          <a:bodyPr/>
          <a:lstStyle/>
          <a:p>
            <a:pPr marL="0" marR="0" lvl="0" indent="0" algn="l" defTabSz="59265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65" charset="-128"/>
                <a:cs typeface="+mn-cs"/>
              </a:rPr>
              <a:t>Coverages LatAm </a:t>
            </a:r>
          </a:p>
          <a:p>
            <a:pPr marL="0" marR="0" lvl="0" indent="0" algn="l" defTabSz="59265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65" charset="-128"/>
                <a:cs typeface="+mn-cs"/>
              </a:rPr>
              <a:t>&lt;LatamDQ.Coverage@kantar.com&gt;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2093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overageLab.Template.Yakult">
    <p:spTree>
      <p:nvGrpSpPr>
        <p:cNvPr id="1" name=""/>
        <p:cNvGrpSpPr/>
        <p:nvPr/>
      </p:nvGrpSpPr>
      <p:grpSpPr/>
      <p:pic>
        <p:nvPicPr>
          <p:cNvPr id="2" name="Yakult.Penetration.House" descr="yakult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024" y="566928"/>
            <a:ext cx="1078992" cy="1078992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CKSLIDES" val="6.1"/>
  <p:tag name="VERSIONID" val="711"/>
  <p:tag name="EXCLUDEHIDDENSLIDES" val="False"/>
  <p:tag name="NUMBEROFPAGES" val="1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heme/theme1.xml><?xml version="1.0" encoding="utf-8"?>
<a:theme xmlns:a="http://schemas.openxmlformats.org/drawingml/2006/main" name="Kantar template master">
  <a:themeElements>
    <a:clrScheme name="Worldpanel">
      <a:dk1>
        <a:srgbClr val="000000"/>
      </a:dk1>
      <a:lt1>
        <a:srgbClr val="FFFFFF"/>
      </a:lt1>
      <a:dk2>
        <a:srgbClr val="01A7B7"/>
      </a:dk2>
      <a:lt2>
        <a:srgbClr val="014952"/>
      </a:lt2>
      <a:accent1>
        <a:srgbClr val="FFD528"/>
      </a:accent1>
      <a:accent2>
        <a:srgbClr val="2EEFEE"/>
      </a:accent2>
      <a:accent3>
        <a:srgbClr val="0CEFB7"/>
      </a:accent3>
      <a:accent4>
        <a:srgbClr val="F771A0"/>
      </a:accent4>
      <a:accent5>
        <a:srgbClr val="0078FC"/>
      </a:accent5>
      <a:accent6>
        <a:srgbClr val="FF8215"/>
      </a:accent6>
      <a:hlink>
        <a:srgbClr val="00E759"/>
      </a:hlink>
      <a:folHlink>
        <a:srgbClr val="96607D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Mar 12.potx" id="{F6463E93-BC8D-4EE7-9463-47D6D4783996}" vid="{94262253-D2DA-4D89-B5F7-49E22B4F7E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56703363BD98846A62F9898DE8EBB35" ma:contentTypeVersion="18" ma:contentTypeDescription="Crie um novo documento." ma:contentTypeScope="" ma:versionID="e3008465497fd97765e695ce7750751b">
  <xsd:schema xmlns:xsd="http://www.w3.org/2001/XMLSchema" xmlns:xs="http://www.w3.org/2001/XMLSchema" xmlns:p="http://schemas.microsoft.com/office/2006/metadata/properties" xmlns:ns2="25f5c1ff-a3c5-44dd-9db4-c2b03110b401" xmlns:ns3="624e51cf-cfdd-4a8e-a169-534b8633fbcd" targetNamespace="http://schemas.microsoft.com/office/2006/metadata/properties" ma:root="true" ma:fieldsID="6b5188ac9890f4507428e70ee8ae3a65" ns2:_="" ns3:_="">
    <xsd:import namespace="25f5c1ff-a3c5-44dd-9db4-c2b03110b401"/>
    <xsd:import namespace="624e51cf-cfdd-4a8e-a169-534b8633fb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5c1ff-a3c5-44dd-9db4-c2b03110b4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Marcações de imagem" ma:readOnly="false" ma:fieldId="{5cf76f15-5ced-4ddc-b409-7134ff3c332f}" ma:taxonomyMulti="true" ma:sspId="335d02d2-2acc-434b-b7bb-812ff22cbf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4e51cf-cfdd-4a8e-a169-534b8633fbc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ec6b1e9e-0532-4ed0-9a35-8404d761b866}" ma:internalName="TaxCatchAll" ma:showField="CatchAllData" ma:web="624e51cf-cfdd-4a8e-a169-534b8633fb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5f5c1ff-a3c5-44dd-9db4-c2b03110b401">
      <Terms xmlns="http://schemas.microsoft.com/office/infopath/2007/PartnerControls"/>
    </lcf76f155ced4ddcb4097134ff3c332f>
    <TaxCatchAll xmlns="624e51cf-cfdd-4a8e-a169-534b8633fbcd" xsi:nil="true"/>
  </documentManagement>
</p:properties>
</file>

<file path=customXml/itemProps1.xml><?xml version="1.0" encoding="utf-8"?>
<ds:datastoreItem xmlns:ds="http://schemas.openxmlformats.org/officeDocument/2006/customXml" ds:itemID="{BC375B81-FBF5-4924-A5E0-F0376D8E7D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0179D6-284E-4320-BE15-232D5D0099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f5c1ff-a3c5-44dd-9db4-c2b03110b401"/>
    <ds:schemaRef ds:uri="624e51cf-cfdd-4a8e-a169-534b8633fb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2193883-9DEF-4394-A746-8B0504B231C0}">
  <ds:schemaRefs>
    <ds:schemaRef ds:uri="http://schemas.microsoft.com/office/2006/documentManagement/types"/>
    <ds:schemaRef ds:uri="http://www.w3.org/XML/1998/namespace"/>
    <ds:schemaRef ds:uri="77798f55-a83f-4680-b3b0-c27aeffd2bb7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b264726-908b-4d2c-b22b-6b55214f6ef7"/>
    <ds:schemaRef ds:uri="http://schemas.microsoft.com/office/2006/metadata/properties"/>
    <ds:schemaRef ds:uri="http://purl.org/dc/elements/1.1/"/>
    <ds:schemaRef ds:uri="00e8e9ee-703c-4211-a2a5-4538efe6d9ef"/>
    <ds:schemaRef ds:uri="02438bd5-34fd-489e-9e24-d77ec416fa1a"/>
    <ds:schemaRef ds:uri="25f5c1ff-a3c5-44dd-9db4-c2b03110b401"/>
    <ds:schemaRef ds:uri="624e51cf-cfdd-4a8e-a169-534b8633fbcd"/>
  </ds:schemaRefs>
</ds:datastoreItem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Kantar template master</Template>
  <TotalTime>242</TotalTime>
  <Words>1615</Words>
  <Application>Microsoft Office PowerPoint</Application>
  <PresentationFormat>Panorámica</PresentationFormat>
  <Paragraphs>219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 Math</vt:lpstr>
      <vt:lpstr>Kantar template master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Sub-heading</dc:subject>
  <dc:creator>maykel nunes</dc:creator>
  <cp:keywords>Project reference</cp:keywords>
  <dc:description>Date</dc:description>
  <cp:lastModifiedBy>Gilberto Nava</cp:lastModifiedBy>
  <cp:revision>54</cp:revision>
  <cp:lastPrinted>2017-03-24T13:40:26Z</cp:lastPrinted>
  <dcterms:created xsi:type="dcterms:W3CDTF">2025-05-24T17:04:05Z</dcterms:created>
  <dcterms:modified xsi:type="dcterms:W3CDTF">2025-10-22T00:31:25Z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0x010100956703363BD98846A62F9898DE8EBB35</vt:lpwstr>
  </property>
  <property fmtid="{D5CDD505-2E9C-101B-9397-08002B2CF9AE}" pid="3" name="MSIP_Label_3741da7a-79c1-417c-b408-16c0bfe99fca_Enabled">
    <vt:lpwstr>true</vt:lpwstr>
  </property>
  <property fmtid="{D5CDD505-2E9C-101B-9397-08002B2CF9AE}" pid="4" name="MSIP_Label_3741da7a-79c1-417c-b408-16c0bfe99fca_SetDate">
    <vt:lpwstr>2023-06-01T08:02:15Z</vt:lpwstr>
  </property>
  <property fmtid="{D5CDD505-2E9C-101B-9397-08002B2CF9AE}" pid="5" name="MSIP_Label_3741da7a-79c1-417c-b408-16c0bfe99fca_Method">
    <vt:lpwstr>Standard</vt:lpwstr>
  </property>
  <property fmtid="{D5CDD505-2E9C-101B-9397-08002B2CF9AE}" pid="6" name="MSIP_Label_3741da7a-79c1-417c-b408-16c0bfe99fca_Name">
    <vt:lpwstr>Internal Only - Amber</vt:lpwstr>
  </property>
  <property fmtid="{D5CDD505-2E9C-101B-9397-08002B2CF9AE}" pid="7" name="MSIP_Label_3741da7a-79c1-417c-b408-16c0bfe99fca_SiteId">
    <vt:lpwstr>1e355c04-e0a4-42ed-8e2d-7351591f0ef1</vt:lpwstr>
  </property>
  <property fmtid="{D5CDD505-2E9C-101B-9397-08002B2CF9AE}" pid="8" name="MSIP_Label_3741da7a-79c1-417c-b408-16c0bfe99fca_ActionId">
    <vt:lpwstr>120dd1a1-0079-431a-af79-6bc5509a19aa</vt:lpwstr>
  </property>
  <property fmtid="{D5CDD505-2E9C-101B-9397-08002B2CF9AE}" pid="9" name="MSIP_Label_3741da7a-79c1-417c-b408-16c0bfe99fca_ContentBits">
    <vt:lpwstr>0</vt:lpwstr>
  </property>
  <property fmtid="{D5CDD505-2E9C-101B-9397-08002B2CF9AE}" pid="10" name="MediaServiceImageTags">
    <vt:lpwstr/>
  </property>
  <property fmtid="{D5CDD505-2E9C-101B-9397-08002B2CF9AE}" pid="11" name="Order">
    <vt:lpwstr>368800.000000000</vt:lpwstr>
  </property>
  <property fmtid="{D5CDD505-2E9C-101B-9397-08002B2CF9AE}" pid="12" name="xd_ProgID">
    <vt:lpwstr/>
  </property>
  <property fmtid="{D5CDD505-2E9C-101B-9397-08002B2CF9AE}" pid="13" name="ComplianceAssetId">
    <vt:lpwstr/>
  </property>
  <property fmtid="{D5CDD505-2E9C-101B-9397-08002B2CF9AE}" pid="14" name="TemplateUrl">
    <vt:lpwstr/>
  </property>
  <property fmtid="{D5CDD505-2E9C-101B-9397-08002B2CF9AE}" pid="15" name="_ExtendedDescription">
    <vt:lpwstr/>
  </property>
  <property fmtid="{D5CDD505-2E9C-101B-9397-08002B2CF9AE}" pid="16" name="TriggerFlowInfo">
    <vt:lpwstr/>
  </property>
  <property fmtid="{D5CDD505-2E9C-101B-9397-08002B2CF9AE}" pid="17" name="xd_Signature">
    <vt:lpwstr/>
  </property>
</Properties>
</file>